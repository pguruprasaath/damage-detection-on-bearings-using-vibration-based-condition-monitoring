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68" r:id="rId2"/>
    <p:sldId id="280" r:id="rId3"/>
    <p:sldId id="281" r:id="rId4"/>
    <p:sldId id="282" r:id="rId5"/>
    <p:sldId id="283" r:id="rId6"/>
    <p:sldId id="285" r:id="rId7"/>
    <p:sldId id="284" r:id="rId8"/>
    <p:sldId id="286" r:id="rId9"/>
    <p:sldId id="287" r:id="rId10"/>
    <p:sldId id="288" r:id="rId11"/>
    <p:sldId id="289" r:id="rId12"/>
    <p:sldId id="290" r:id="rId13"/>
    <p:sldId id="279" r:id="rId1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8EC2"/>
    <a:srgbClr val="5F5B93"/>
    <a:srgbClr val="CFEC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autoAdjust="0"/>
    <p:restoredTop sz="94660"/>
  </p:normalViewPr>
  <p:slideViewPr>
    <p:cSldViewPr showGuides="1">
      <p:cViewPr varScale="1">
        <p:scale>
          <a:sx n="112" d="100"/>
          <a:sy n="112" d="100"/>
        </p:scale>
        <p:origin x="51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5A037B-BD31-4F8E-87AB-B057C2514C8C}" type="datetimeFigureOut">
              <a:rPr lang="de-DE" smtClean="0"/>
              <a:t>05.03.2024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77E617-AB24-4D36-AF02-7C02098EE806}" type="slidenum">
              <a:rPr lang="de-DE" smtClean="0"/>
              <a:t>‹#›</a:t>
            </a:fld>
            <a:endParaRPr lang="de-DE"/>
          </a:p>
        </p:txBody>
      </p:sp>
    </p:spTree>
    <p:extLst>
      <p:ext uri="{BB962C8B-B14F-4D97-AF65-F5344CB8AC3E}">
        <p14:creationId xmlns:p14="http://schemas.microsoft.com/office/powerpoint/2010/main" val="162007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19" name="Freihandform: Form 18">
            <a:extLst>
              <a:ext uri="{FF2B5EF4-FFF2-40B4-BE49-F238E27FC236}">
                <a16:creationId xmlns:a16="http://schemas.microsoft.com/office/drawing/2014/main" id="{B2FA80CF-BA29-4CF5-9D84-1D31526E1215}"/>
              </a:ext>
            </a:extLst>
          </p:cNvPr>
          <p:cNvSpPr/>
          <p:nvPr/>
        </p:nvSpPr>
        <p:spPr>
          <a:xfrm>
            <a:off x="1143" y="1799970"/>
            <a:ext cx="6205981" cy="5058029"/>
          </a:xfrm>
          <a:custGeom>
            <a:avLst/>
            <a:gdLst>
              <a:gd name="connsiteX0" fmla="*/ 0 w 6205981"/>
              <a:gd name="connsiteY0" fmla="*/ 0 h 5058029"/>
              <a:gd name="connsiteX1" fmla="*/ 0 w 6205981"/>
              <a:gd name="connsiteY1" fmla="*/ 5058029 h 5058029"/>
              <a:gd name="connsiteX2" fmla="*/ 4364990 w 6205981"/>
              <a:gd name="connsiteY2" fmla="*/ 5058029 h 5058029"/>
              <a:gd name="connsiteX3" fmla="*/ 6205982 w 6205981"/>
              <a:gd name="connsiteY3" fmla="*/ 0 h 5058029"/>
              <a:gd name="connsiteX4" fmla="*/ 0 w 6205981"/>
              <a:gd name="connsiteY4" fmla="*/ 0 h 5058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5981" h="5058029">
                <a:moveTo>
                  <a:pt x="0" y="0"/>
                </a:moveTo>
                <a:lnTo>
                  <a:pt x="0" y="5058029"/>
                </a:lnTo>
                <a:lnTo>
                  <a:pt x="4364990" y="5058029"/>
                </a:lnTo>
                <a:lnTo>
                  <a:pt x="6205982" y="0"/>
                </a:lnTo>
                <a:lnTo>
                  <a:pt x="0" y="0"/>
                </a:lnTo>
                <a:close/>
              </a:path>
            </a:pathLst>
          </a:custGeom>
          <a:solidFill>
            <a:srgbClr val="5F5B93"/>
          </a:solidFill>
          <a:ln w="12700" cap="flat">
            <a:noFill/>
            <a:prstDash val="solid"/>
            <a:miter/>
          </a:ln>
        </p:spPr>
        <p:txBody>
          <a:bodyPr rtlCol="0" anchor="ctr"/>
          <a:lstStyle/>
          <a:p>
            <a:endParaRPr lang="de-DE"/>
          </a:p>
        </p:txBody>
      </p:sp>
      <p:sp>
        <p:nvSpPr>
          <p:cNvPr id="10" name="Bildplatzhalter 5">
            <a:extLst>
              <a:ext uri="{FF2B5EF4-FFF2-40B4-BE49-F238E27FC236}">
                <a16:creationId xmlns:a16="http://schemas.microsoft.com/office/drawing/2014/main" id="{9AEF6772-FBE0-43F3-83D5-B7854CAEF2C4}"/>
              </a:ext>
            </a:extLst>
          </p:cNvPr>
          <p:cNvSpPr>
            <a:spLocks noGrp="1"/>
          </p:cNvSpPr>
          <p:nvPr>
            <p:ph type="pic" sz="quarter" idx="13"/>
          </p:nvPr>
        </p:nvSpPr>
        <p:spPr>
          <a:xfrm>
            <a:off x="4440810" y="1796935"/>
            <a:ext cx="7751190" cy="5061064"/>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2000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0 w 10000"/>
              <a:gd name="connsiteY0" fmla="*/ 9991 h 10000"/>
              <a:gd name="connsiteX1" fmla="*/ 3499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 name="connsiteX0" fmla="*/ 0 w 10000"/>
              <a:gd name="connsiteY0" fmla="*/ 9991 h 10000"/>
              <a:gd name="connsiteX1" fmla="*/ 3481 w 10000"/>
              <a:gd name="connsiteY1" fmla="*/ 19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9991 h 10000"/>
              <a:gd name="connsiteX0" fmla="*/ 0 w 10000"/>
              <a:gd name="connsiteY0" fmla="*/ 9997 h 10006"/>
              <a:gd name="connsiteX1" fmla="*/ 2388 w 10000"/>
              <a:gd name="connsiteY1" fmla="*/ 0 h 10006"/>
              <a:gd name="connsiteX2" fmla="*/ 10000 w 10000"/>
              <a:gd name="connsiteY2" fmla="*/ 6 h 10006"/>
              <a:gd name="connsiteX3" fmla="*/ 10000 w 10000"/>
              <a:gd name="connsiteY3" fmla="*/ 10006 h 10006"/>
              <a:gd name="connsiteX4" fmla="*/ 0 w 10000"/>
              <a:gd name="connsiteY4" fmla="*/ 10006 h 10006"/>
              <a:gd name="connsiteX5" fmla="*/ 0 w 10000"/>
              <a:gd name="connsiteY5" fmla="*/ 9997 h 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6">
                <a:moveTo>
                  <a:pt x="0" y="9997"/>
                </a:moveTo>
                <a:lnTo>
                  <a:pt x="2388" y="0"/>
                </a:lnTo>
                <a:lnTo>
                  <a:pt x="10000" y="6"/>
                </a:lnTo>
                <a:lnTo>
                  <a:pt x="10000" y="10006"/>
                </a:lnTo>
                <a:lnTo>
                  <a:pt x="0" y="10006"/>
                </a:lnTo>
                <a:lnTo>
                  <a:pt x="0" y="9997"/>
                </a:lnTo>
                <a:close/>
              </a:path>
            </a:pathLst>
          </a:custGeom>
        </p:spPr>
        <p:txBody>
          <a:bodyPr/>
          <a:lstStyle/>
          <a:p>
            <a:r>
              <a:rPr lang="de-DE"/>
              <a:t>Bild durch Klicken auf Symbol hinzufügen</a:t>
            </a:r>
            <a:endParaRPr lang="de-DE" dirty="0"/>
          </a:p>
        </p:txBody>
      </p:sp>
      <p:sp>
        <p:nvSpPr>
          <p:cNvPr id="2" name="Titel 1">
            <a:extLst>
              <a:ext uri="{FF2B5EF4-FFF2-40B4-BE49-F238E27FC236}">
                <a16:creationId xmlns:a16="http://schemas.microsoft.com/office/drawing/2014/main" id="{D7331B77-9E39-4467-A5A1-26D356813330}"/>
              </a:ext>
            </a:extLst>
          </p:cNvPr>
          <p:cNvSpPr>
            <a:spLocks noGrp="1"/>
          </p:cNvSpPr>
          <p:nvPr>
            <p:ph type="ctrTitle"/>
          </p:nvPr>
        </p:nvSpPr>
        <p:spPr>
          <a:xfrm>
            <a:off x="561872" y="1988840"/>
            <a:ext cx="4814048" cy="1368000"/>
          </a:xfrm>
        </p:spPr>
        <p:txBody>
          <a:bodyPr anchor="b">
            <a:normAutofit/>
          </a:bodyPr>
          <a:lstStyle>
            <a:lvl1pPr algn="l">
              <a:lnSpc>
                <a:spcPct val="100000"/>
              </a:lnSpc>
              <a:defRPr sz="4400">
                <a:solidFill>
                  <a:schemeClr val="bg1"/>
                </a:solidFill>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83AD5C95-7D4D-48AE-8043-4BB0A41A3DD4}"/>
              </a:ext>
            </a:extLst>
          </p:cNvPr>
          <p:cNvSpPr>
            <a:spLocks noGrp="1"/>
          </p:cNvSpPr>
          <p:nvPr>
            <p:ph type="subTitle" idx="1"/>
          </p:nvPr>
        </p:nvSpPr>
        <p:spPr>
          <a:xfrm>
            <a:off x="551384" y="3645024"/>
            <a:ext cx="4176464" cy="1655762"/>
          </a:xfrm>
        </p:spPr>
        <p:txBody>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
        <p:nvSpPr>
          <p:cNvPr id="4" name="Datumsplatzhalter 3">
            <a:extLst>
              <a:ext uri="{FF2B5EF4-FFF2-40B4-BE49-F238E27FC236}">
                <a16:creationId xmlns:a16="http://schemas.microsoft.com/office/drawing/2014/main" id="{316BD5E2-E3B3-4F91-9941-29738D96AF93}"/>
              </a:ext>
            </a:extLst>
          </p:cNvPr>
          <p:cNvSpPr>
            <a:spLocks noGrp="1"/>
          </p:cNvSpPr>
          <p:nvPr>
            <p:ph type="dt" sz="half" idx="10"/>
          </p:nvPr>
        </p:nvSpPr>
        <p:spPr>
          <a:xfrm>
            <a:off x="551384" y="5661248"/>
            <a:ext cx="1944000" cy="216000"/>
          </a:xfrm>
        </p:spPr>
        <p:txBody>
          <a:bodyPr tIns="0"/>
          <a:lstStyle>
            <a:lvl1pPr algn="l">
              <a:defRPr sz="1400">
                <a:solidFill>
                  <a:schemeClr val="bg1"/>
                </a:solidFill>
              </a:defRPr>
            </a:lvl1pPr>
          </a:lstStyle>
          <a:p>
            <a:fld id="{BC0832D7-3018-45FE-844D-E99FF28EA541}" type="datetime4">
              <a:rPr lang="de-DE" smtClean="0"/>
              <a:t>5. März 2024</a:t>
            </a:fld>
            <a:endParaRPr lang="de-DE" dirty="0"/>
          </a:p>
        </p:txBody>
      </p:sp>
      <p:sp>
        <p:nvSpPr>
          <p:cNvPr id="9" name="Textplatzhalter 8">
            <a:extLst>
              <a:ext uri="{FF2B5EF4-FFF2-40B4-BE49-F238E27FC236}">
                <a16:creationId xmlns:a16="http://schemas.microsoft.com/office/drawing/2014/main" id="{23B92C5C-CBF0-4159-9D58-74DBE0EA8EB8}"/>
              </a:ext>
            </a:extLst>
          </p:cNvPr>
          <p:cNvSpPr>
            <a:spLocks noGrp="1"/>
          </p:cNvSpPr>
          <p:nvPr>
            <p:ph type="body" sz="quarter" idx="14"/>
          </p:nvPr>
        </p:nvSpPr>
        <p:spPr>
          <a:xfrm>
            <a:off x="551384" y="5373216"/>
            <a:ext cx="2735262" cy="288000"/>
          </a:xfrm>
        </p:spPr>
        <p:txBody>
          <a:bodyPr lIns="0" tIns="36000" rIns="0" bIns="36000"/>
          <a:lstStyle>
            <a:lvl1pPr marL="0" indent="0">
              <a:lnSpc>
                <a:spcPct val="100000"/>
              </a:lnSpc>
              <a:buFont typeface="Arial" panose="020B0604020202020204" pitchFamily="34" charset="0"/>
              <a:buNone/>
              <a:defRPr sz="1400" b="0">
                <a:solidFill>
                  <a:schemeClr val="bg1"/>
                </a:solidFill>
              </a:defRPr>
            </a:lvl1pPr>
            <a:lvl2pPr marL="0" indent="0">
              <a:lnSpc>
                <a:spcPct val="100000"/>
              </a:lnSpc>
              <a:buFont typeface="Arial" panose="020B0604020202020204" pitchFamily="34" charset="0"/>
              <a:buNone/>
              <a:defRPr sz="1400" b="0">
                <a:solidFill>
                  <a:schemeClr val="bg1"/>
                </a:solidFill>
              </a:defRPr>
            </a:lvl2pPr>
            <a:lvl3pPr marL="0" indent="0">
              <a:lnSpc>
                <a:spcPct val="100000"/>
              </a:lnSpc>
              <a:buFont typeface="Arial" panose="020B0604020202020204" pitchFamily="34" charset="0"/>
              <a:buNone/>
              <a:defRPr sz="1400" b="0">
                <a:solidFill>
                  <a:schemeClr val="bg1"/>
                </a:solidFill>
              </a:defRPr>
            </a:lvl3pPr>
            <a:lvl4pPr marL="0" indent="0">
              <a:lnSpc>
                <a:spcPct val="100000"/>
              </a:lnSpc>
              <a:buFont typeface="Arial" panose="020B0604020202020204" pitchFamily="34" charset="0"/>
              <a:buNone/>
              <a:defRPr sz="1400" b="0">
                <a:solidFill>
                  <a:schemeClr val="bg1"/>
                </a:solidFill>
              </a:defRPr>
            </a:lvl4pPr>
            <a:lvl5pPr marL="0" indent="0">
              <a:lnSpc>
                <a:spcPct val="100000"/>
              </a:lnSpc>
              <a:buFont typeface="Arial" panose="020B0604020202020204" pitchFamily="34" charset="0"/>
              <a:buNone/>
              <a:defRPr sz="1400" b="0">
                <a:solidFill>
                  <a:schemeClr val="bg1"/>
                </a:solidFill>
              </a:defRPr>
            </a:lvl5pPr>
            <a:lvl6pPr marL="0" indent="0">
              <a:lnSpc>
                <a:spcPct val="100000"/>
              </a:lnSpc>
              <a:buFont typeface="Arial" panose="020B0604020202020204" pitchFamily="34" charset="0"/>
              <a:buNone/>
              <a:defRPr sz="1400" b="0">
                <a:solidFill>
                  <a:schemeClr val="bg1"/>
                </a:solidFill>
              </a:defRPr>
            </a:lvl6pPr>
            <a:lvl7pPr marL="0" indent="0">
              <a:lnSpc>
                <a:spcPct val="100000"/>
              </a:lnSpc>
              <a:buFont typeface="Arial" panose="020B0604020202020204" pitchFamily="34" charset="0"/>
              <a:buNone/>
              <a:defRPr sz="1400" b="0">
                <a:solidFill>
                  <a:schemeClr val="bg1"/>
                </a:solidFill>
              </a:defRPr>
            </a:lvl7pPr>
            <a:lvl8pPr marL="0" indent="0">
              <a:lnSpc>
                <a:spcPct val="100000"/>
              </a:lnSpc>
              <a:buFont typeface="Arial" panose="020B0604020202020204" pitchFamily="34" charset="0"/>
              <a:buNone/>
              <a:defRPr sz="1400" b="0">
                <a:solidFill>
                  <a:schemeClr val="bg1"/>
                </a:solidFill>
              </a:defRPr>
            </a:lvl8pPr>
            <a:lvl9pPr marL="0" indent="0">
              <a:lnSpc>
                <a:spcPct val="100000"/>
              </a:lnSpc>
              <a:buFont typeface="Arial" panose="020B0604020202020204" pitchFamily="34" charset="0"/>
              <a:buNone/>
              <a:defRPr sz="1400" b="0">
                <a:solidFill>
                  <a:schemeClr val="bg1"/>
                </a:solidFill>
              </a:defRPr>
            </a:lvl9pPr>
          </a:lstStyle>
          <a:p>
            <a:pPr lvl="0"/>
            <a:r>
              <a:rPr lang="de-DE"/>
              <a:t>Mastertextformat bearbeiten
Zweite Ebene
Dritte Ebene
Vierte Ebene
Fünfte Ebene</a:t>
            </a:r>
            <a:endParaRPr lang="de-DE" dirty="0"/>
          </a:p>
        </p:txBody>
      </p:sp>
      <p:sp>
        <p:nvSpPr>
          <p:cNvPr id="11" name="Textfeld 10">
            <a:extLst>
              <a:ext uri="{FF2B5EF4-FFF2-40B4-BE49-F238E27FC236}">
                <a16:creationId xmlns:a16="http://schemas.microsoft.com/office/drawing/2014/main" id="{176C8FDC-83E3-4CFB-9FBB-CC817385F225}"/>
              </a:ext>
            </a:extLst>
          </p:cNvPr>
          <p:cNvSpPr txBox="1"/>
          <p:nvPr userDrawn="1"/>
        </p:nvSpPr>
        <p:spPr>
          <a:xfrm>
            <a:off x="551600" y="6093296"/>
            <a:ext cx="1944000" cy="269971"/>
          </a:xfrm>
          <a:prstGeom prst="rect">
            <a:avLst/>
          </a:prstGeom>
          <a:noFill/>
        </p:spPr>
        <p:txBody>
          <a:bodyPr wrap="square" lIns="0" tIns="50400" rIns="0" bIns="0" rtlCol="0">
            <a:spAutoFit/>
          </a:bodyPr>
          <a:lstStyle/>
          <a:p>
            <a:r>
              <a:rPr lang="de-DE" sz="1400" b="0" dirty="0">
                <a:solidFill>
                  <a:schemeClr val="bg1"/>
                </a:solidFill>
              </a:rPr>
              <a:t>uni-siegen.de</a:t>
            </a:r>
          </a:p>
        </p:txBody>
      </p:sp>
      <p:sp>
        <p:nvSpPr>
          <p:cNvPr id="13" name="Textfeld 12">
            <a:extLst>
              <a:ext uri="{FF2B5EF4-FFF2-40B4-BE49-F238E27FC236}">
                <a16:creationId xmlns:a16="http://schemas.microsoft.com/office/drawing/2014/main" id="{6867C71A-52EF-4930-886F-FF78AB0A4D61}"/>
              </a:ext>
            </a:extLst>
          </p:cNvPr>
          <p:cNvSpPr txBox="1"/>
          <p:nvPr userDrawn="1"/>
        </p:nvSpPr>
        <p:spPr>
          <a:xfrm>
            <a:off x="8904528" y="6093328"/>
            <a:ext cx="2808096" cy="288000"/>
          </a:xfrm>
          <a:prstGeom prst="rect">
            <a:avLst/>
          </a:prstGeom>
          <a:noFill/>
        </p:spPr>
        <p:txBody>
          <a:bodyPr wrap="square" lIns="0" tIns="7200" rIns="54000" bIns="0" rtlCol="0">
            <a:spAutoFit/>
          </a:bodyPr>
          <a:lstStyle/>
          <a:p>
            <a:pPr algn="r"/>
            <a:r>
              <a:rPr lang="de-DE" sz="1800" b="1" dirty="0">
                <a:solidFill>
                  <a:schemeClr val="tx1"/>
                </a:solidFill>
              </a:rPr>
              <a:t>www.uni-siegen.de</a:t>
            </a:r>
          </a:p>
        </p:txBody>
      </p:sp>
      <p:pic>
        <p:nvPicPr>
          <p:cNvPr id="15" name="Grafik 14">
            <a:extLst>
              <a:ext uri="{FF2B5EF4-FFF2-40B4-BE49-F238E27FC236}">
                <a16:creationId xmlns:a16="http://schemas.microsoft.com/office/drawing/2014/main" id="{81BC8DFC-328E-4592-A493-9FE55FA829E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7368" y="410981"/>
            <a:ext cx="2070000" cy="826248"/>
          </a:xfrm>
          <a:prstGeom prst="rect">
            <a:avLst/>
          </a:prstGeom>
        </p:spPr>
      </p:pic>
      <p:sp>
        <p:nvSpPr>
          <p:cNvPr id="7" name="Parallelogramm 6">
            <a:extLst>
              <a:ext uri="{FF2B5EF4-FFF2-40B4-BE49-F238E27FC236}">
                <a16:creationId xmlns:a16="http://schemas.microsoft.com/office/drawing/2014/main" id="{1A6939B3-CCF2-4414-BC75-53A7CB74BA33}"/>
              </a:ext>
            </a:extLst>
          </p:cNvPr>
          <p:cNvSpPr/>
          <p:nvPr userDrawn="1"/>
        </p:nvSpPr>
        <p:spPr>
          <a:xfrm>
            <a:off x="2545556" y="410982"/>
            <a:ext cx="339180" cy="826248"/>
          </a:xfrm>
          <a:prstGeom prst="parallelogram">
            <a:avLst>
              <a:gd name="adj" fmla="val 887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Picture 7">
            <a:extLst>
              <a:ext uri="{FF2B5EF4-FFF2-40B4-BE49-F238E27FC236}">
                <a16:creationId xmlns:a16="http://schemas.microsoft.com/office/drawing/2014/main" id="{08CFBD74-4B05-B2DB-A1E5-03D0DBC099C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69992" y="402696"/>
            <a:ext cx="1519192" cy="949495"/>
          </a:xfrm>
          <a:prstGeom prst="rect">
            <a:avLst/>
          </a:prstGeom>
        </p:spPr>
      </p:pic>
    </p:spTree>
    <p:extLst>
      <p:ext uri="{BB962C8B-B14F-4D97-AF65-F5344CB8AC3E}">
        <p14:creationId xmlns:p14="http://schemas.microsoft.com/office/powerpoint/2010/main" val="2916401885"/>
      </p:ext>
    </p:extLst>
  </p:cSld>
  <p:clrMapOvr>
    <a:masterClrMapping/>
  </p:clrMapOvr>
  <p:extLst>
    <p:ext uri="{DCECCB84-F9BA-43D5-87BE-67443E8EF086}">
      <p15:sldGuideLst xmlns:p15="http://schemas.microsoft.com/office/powerpoint/2012/main">
        <p15:guide id="1" orient="horz" pos="2160" userDrawn="1">
          <p15:clr>
            <a:srgbClr val="FBAE40"/>
          </p15:clr>
        </p15:guide>
        <p15:guide id="3" pos="1617" userDrawn="1">
          <p15:clr>
            <a:srgbClr val="FBAE40"/>
          </p15:clr>
        </p15:guide>
        <p15:guide id="4" orient="horz" pos="114" userDrawn="1">
          <p15:clr>
            <a:srgbClr val="FBAE40"/>
          </p15:clr>
        </p15:guide>
        <p15:guide id="5" pos="157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331B77-9E39-4467-A5A1-26D356813330}"/>
              </a:ext>
            </a:extLst>
          </p:cNvPr>
          <p:cNvSpPr>
            <a:spLocks noGrp="1"/>
          </p:cNvSpPr>
          <p:nvPr>
            <p:ph type="ctrTitle"/>
          </p:nvPr>
        </p:nvSpPr>
        <p:spPr>
          <a:xfrm>
            <a:off x="561872" y="1988840"/>
            <a:ext cx="5832000" cy="1368000"/>
          </a:xfrm>
        </p:spPr>
        <p:txBody>
          <a:bodyPr anchor="b">
            <a:normAutofit/>
          </a:bodyPr>
          <a:lstStyle>
            <a:lvl1pPr algn="l">
              <a:lnSpc>
                <a:spcPct val="100000"/>
              </a:lnSpc>
              <a:defRPr sz="4400">
                <a:solidFill>
                  <a:schemeClr val="bg1"/>
                </a:solidFill>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83AD5C95-7D4D-48AE-8043-4BB0A41A3DD4}"/>
              </a:ext>
            </a:extLst>
          </p:cNvPr>
          <p:cNvSpPr>
            <a:spLocks noGrp="1"/>
          </p:cNvSpPr>
          <p:nvPr>
            <p:ph type="subTitle" idx="1"/>
          </p:nvPr>
        </p:nvSpPr>
        <p:spPr>
          <a:xfrm>
            <a:off x="551384" y="3645024"/>
            <a:ext cx="5544000" cy="1655762"/>
          </a:xfrm>
        </p:spPr>
        <p:txBody>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
        <p:nvSpPr>
          <p:cNvPr id="4" name="Datumsplatzhalter 3">
            <a:extLst>
              <a:ext uri="{FF2B5EF4-FFF2-40B4-BE49-F238E27FC236}">
                <a16:creationId xmlns:a16="http://schemas.microsoft.com/office/drawing/2014/main" id="{316BD5E2-E3B3-4F91-9941-29738D96AF93}"/>
              </a:ext>
            </a:extLst>
          </p:cNvPr>
          <p:cNvSpPr>
            <a:spLocks noGrp="1"/>
          </p:cNvSpPr>
          <p:nvPr>
            <p:ph type="dt" sz="half" idx="10"/>
          </p:nvPr>
        </p:nvSpPr>
        <p:spPr>
          <a:xfrm>
            <a:off x="551384" y="6021312"/>
            <a:ext cx="1944000" cy="216000"/>
          </a:xfrm>
        </p:spPr>
        <p:txBody>
          <a:bodyPr tIns="0"/>
          <a:lstStyle>
            <a:lvl1pPr algn="l">
              <a:defRPr sz="1400">
                <a:solidFill>
                  <a:schemeClr val="bg1"/>
                </a:solidFill>
              </a:defRPr>
            </a:lvl1pPr>
          </a:lstStyle>
          <a:p>
            <a:fld id="{F7129713-2D11-4C7F-809F-786C1C71B94D}" type="datetime4">
              <a:rPr lang="de-DE" smtClean="0"/>
              <a:t>5. März 2024</a:t>
            </a:fld>
            <a:endParaRPr lang="de-DE" dirty="0"/>
          </a:p>
        </p:txBody>
      </p:sp>
      <p:sp>
        <p:nvSpPr>
          <p:cNvPr id="9" name="Textplatzhalter 8">
            <a:extLst>
              <a:ext uri="{FF2B5EF4-FFF2-40B4-BE49-F238E27FC236}">
                <a16:creationId xmlns:a16="http://schemas.microsoft.com/office/drawing/2014/main" id="{23B92C5C-CBF0-4159-9D58-74DBE0EA8EB8}"/>
              </a:ext>
            </a:extLst>
          </p:cNvPr>
          <p:cNvSpPr>
            <a:spLocks noGrp="1"/>
          </p:cNvSpPr>
          <p:nvPr>
            <p:ph type="body" sz="quarter" idx="14"/>
          </p:nvPr>
        </p:nvSpPr>
        <p:spPr>
          <a:xfrm>
            <a:off x="551384" y="5733280"/>
            <a:ext cx="2735262" cy="288000"/>
          </a:xfrm>
        </p:spPr>
        <p:txBody>
          <a:bodyPr lIns="0" tIns="36000" rIns="0" bIns="36000"/>
          <a:lstStyle>
            <a:lvl1pPr marL="0" indent="0">
              <a:lnSpc>
                <a:spcPct val="100000"/>
              </a:lnSpc>
              <a:buFont typeface="Arial" panose="020B0604020202020204" pitchFamily="34" charset="0"/>
              <a:buNone/>
              <a:defRPr sz="1400" b="0">
                <a:solidFill>
                  <a:schemeClr val="bg1"/>
                </a:solidFill>
              </a:defRPr>
            </a:lvl1pPr>
            <a:lvl2pPr marL="0" indent="0">
              <a:lnSpc>
                <a:spcPct val="100000"/>
              </a:lnSpc>
              <a:buFont typeface="Arial" panose="020B0604020202020204" pitchFamily="34" charset="0"/>
              <a:buNone/>
              <a:defRPr sz="1400" b="0">
                <a:solidFill>
                  <a:schemeClr val="bg1"/>
                </a:solidFill>
              </a:defRPr>
            </a:lvl2pPr>
            <a:lvl3pPr marL="0" indent="0">
              <a:lnSpc>
                <a:spcPct val="100000"/>
              </a:lnSpc>
              <a:buFont typeface="Arial" panose="020B0604020202020204" pitchFamily="34" charset="0"/>
              <a:buNone/>
              <a:defRPr sz="1400" b="0">
                <a:solidFill>
                  <a:schemeClr val="bg1"/>
                </a:solidFill>
              </a:defRPr>
            </a:lvl3pPr>
            <a:lvl4pPr marL="0" indent="0">
              <a:lnSpc>
                <a:spcPct val="100000"/>
              </a:lnSpc>
              <a:buFont typeface="Arial" panose="020B0604020202020204" pitchFamily="34" charset="0"/>
              <a:buNone/>
              <a:defRPr sz="1400" b="0">
                <a:solidFill>
                  <a:schemeClr val="bg1"/>
                </a:solidFill>
              </a:defRPr>
            </a:lvl4pPr>
            <a:lvl5pPr marL="0" indent="0">
              <a:lnSpc>
                <a:spcPct val="100000"/>
              </a:lnSpc>
              <a:buFont typeface="Arial" panose="020B0604020202020204" pitchFamily="34" charset="0"/>
              <a:buNone/>
              <a:defRPr sz="1400" b="0">
                <a:solidFill>
                  <a:schemeClr val="bg1"/>
                </a:solidFill>
              </a:defRPr>
            </a:lvl5pPr>
            <a:lvl6pPr marL="0" indent="0">
              <a:lnSpc>
                <a:spcPct val="100000"/>
              </a:lnSpc>
              <a:buFont typeface="Arial" panose="020B0604020202020204" pitchFamily="34" charset="0"/>
              <a:buNone/>
              <a:defRPr sz="1400" b="0">
                <a:solidFill>
                  <a:schemeClr val="bg1"/>
                </a:solidFill>
              </a:defRPr>
            </a:lvl6pPr>
            <a:lvl7pPr marL="0" indent="0">
              <a:lnSpc>
                <a:spcPct val="100000"/>
              </a:lnSpc>
              <a:buFont typeface="Arial" panose="020B0604020202020204" pitchFamily="34" charset="0"/>
              <a:buNone/>
              <a:defRPr sz="1400" b="0">
                <a:solidFill>
                  <a:schemeClr val="bg1"/>
                </a:solidFill>
              </a:defRPr>
            </a:lvl7pPr>
            <a:lvl8pPr marL="0" indent="0">
              <a:lnSpc>
                <a:spcPct val="100000"/>
              </a:lnSpc>
              <a:buFont typeface="Arial" panose="020B0604020202020204" pitchFamily="34" charset="0"/>
              <a:buNone/>
              <a:defRPr sz="1400" b="0">
                <a:solidFill>
                  <a:schemeClr val="bg1"/>
                </a:solidFill>
              </a:defRPr>
            </a:lvl8pPr>
            <a:lvl9pPr marL="0" indent="0">
              <a:lnSpc>
                <a:spcPct val="100000"/>
              </a:lnSpc>
              <a:buFont typeface="Arial" panose="020B0604020202020204" pitchFamily="34" charset="0"/>
              <a:buNone/>
              <a:defRPr sz="1400" b="0">
                <a:solidFill>
                  <a:schemeClr val="bg1"/>
                </a:solidFill>
              </a:defRPr>
            </a:lvl9pPr>
          </a:lstStyle>
          <a:p>
            <a:pPr lvl="0"/>
            <a:r>
              <a:rPr lang="de-DE"/>
              <a:t>Mastertextformat bearbeiten
Zweite Ebene
Dritte Ebene
Vierte Ebene
Fünfte Ebene</a:t>
            </a:r>
            <a:endParaRPr lang="de-DE" dirty="0"/>
          </a:p>
        </p:txBody>
      </p:sp>
      <p:sp>
        <p:nvSpPr>
          <p:cNvPr id="13" name="Textfeld 12">
            <a:extLst>
              <a:ext uri="{FF2B5EF4-FFF2-40B4-BE49-F238E27FC236}">
                <a16:creationId xmlns:a16="http://schemas.microsoft.com/office/drawing/2014/main" id="{6867C71A-52EF-4930-886F-FF78AB0A4D61}"/>
              </a:ext>
            </a:extLst>
          </p:cNvPr>
          <p:cNvSpPr txBox="1"/>
          <p:nvPr userDrawn="1"/>
        </p:nvSpPr>
        <p:spPr>
          <a:xfrm>
            <a:off x="8904528" y="6093328"/>
            <a:ext cx="2808096" cy="288000"/>
          </a:xfrm>
          <a:prstGeom prst="rect">
            <a:avLst/>
          </a:prstGeom>
          <a:noFill/>
        </p:spPr>
        <p:txBody>
          <a:bodyPr wrap="square" lIns="0" tIns="7200" rIns="54000" bIns="0" rtlCol="0">
            <a:spAutoFit/>
          </a:bodyPr>
          <a:lstStyle/>
          <a:p>
            <a:pPr algn="r"/>
            <a:r>
              <a:rPr lang="de-DE" sz="1800" b="1" dirty="0">
                <a:solidFill>
                  <a:schemeClr val="accent6"/>
                </a:solidFill>
              </a:rPr>
              <a:t>www.uni-siegen.de</a:t>
            </a:r>
          </a:p>
        </p:txBody>
      </p:sp>
      <p:pic>
        <p:nvPicPr>
          <p:cNvPr id="16" name="Grafik 15">
            <a:extLst>
              <a:ext uri="{FF2B5EF4-FFF2-40B4-BE49-F238E27FC236}">
                <a16:creationId xmlns:a16="http://schemas.microsoft.com/office/drawing/2014/main" id="{DF16CAD2-C6A9-4BDA-8A63-78EB651090F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7368" y="410981"/>
            <a:ext cx="2070000" cy="826248"/>
          </a:xfrm>
          <a:prstGeom prst="rect">
            <a:avLst/>
          </a:prstGeom>
        </p:spPr>
      </p:pic>
      <p:grpSp>
        <p:nvGrpSpPr>
          <p:cNvPr id="6" name="Grafik 4">
            <a:extLst>
              <a:ext uri="{FF2B5EF4-FFF2-40B4-BE49-F238E27FC236}">
                <a16:creationId xmlns:a16="http://schemas.microsoft.com/office/drawing/2014/main" id="{4FEE0BF1-8904-41E6-9EAB-433B75A66D4E}"/>
              </a:ext>
            </a:extLst>
          </p:cNvPr>
          <p:cNvGrpSpPr/>
          <p:nvPr/>
        </p:nvGrpSpPr>
        <p:grpSpPr>
          <a:xfrm>
            <a:off x="-18000" y="-1"/>
            <a:ext cx="12218400" cy="6872850"/>
            <a:chOff x="-18000" y="-1"/>
            <a:chExt cx="12218400" cy="6872850"/>
          </a:xfrm>
        </p:grpSpPr>
        <p:sp>
          <p:nvSpPr>
            <p:cNvPr id="7" name="Freihandform: Form 6">
              <a:extLst>
                <a:ext uri="{FF2B5EF4-FFF2-40B4-BE49-F238E27FC236}">
                  <a16:creationId xmlns:a16="http://schemas.microsoft.com/office/drawing/2014/main" id="{28F63E72-D779-4F25-88C2-A7F2C2EDA671}"/>
                </a:ext>
              </a:extLst>
            </p:cNvPr>
            <p:cNvSpPr/>
            <p:nvPr/>
          </p:nvSpPr>
          <p:spPr>
            <a:xfrm>
              <a:off x="-16854" y="1803867"/>
              <a:ext cx="7783756" cy="5068981"/>
            </a:xfrm>
            <a:custGeom>
              <a:avLst/>
              <a:gdLst>
                <a:gd name="connsiteX0" fmla="*/ 0 w 7783756"/>
                <a:gd name="connsiteY0" fmla="*/ 0 h 5068981"/>
                <a:gd name="connsiteX1" fmla="*/ 0 w 7783756"/>
                <a:gd name="connsiteY1" fmla="*/ 5068982 h 5068981"/>
                <a:gd name="connsiteX2" fmla="*/ 5938779 w 7783756"/>
                <a:gd name="connsiteY2" fmla="*/ 5068982 h 5068981"/>
                <a:gd name="connsiteX3" fmla="*/ 7783757 w 7783756"/>
                <a:gd name="connsiteY3" fmla="*/ 0 h 5068981"/>
                <a:gd name="connsiteX4" fmla="*/ 0 w 7783756"/>
                <a:gd name="connsiteY4" fmla="*/ 0 h 5068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83756" h="5068981">
                  <a:moveTo>
                    <a:pt x="0" y="0"/>
                  </a:moveTo>
                  <a:lnTo>
                    <a:pt x="0" y="5068982"/>
                  </a:lnTo>
                  <a:lnTo>
                    <a:pt x="5938779" y="5068982"/>
                  </a:lnTo>
                  <a:lnTo>
                    <a:pt x="7783757" y="0"/>
                  </a:lnTo>
                  <a:lnTo>
                    <a:pt x="0" y="0"/>
                  </a:lnTo>
                  <a:close/>
                </a:path>
              </a:pathLst>
            </a:custGeom>
            <a:solidFill>
              <a:schemeClr val="accent2"/>
            </a:solidFill>
            <a:ln w="12720" cap="flat">
              <a:noFill/>
              <a:prstDash val="solid"/>
              <a:miter/>
            </a:ln>
          </p:spPr>
          <p:txBody>
            <a:bodyPr rtlCol="0" anchor="ctr"/>
            <a:lstStyle/>
            <a:p>
              <a:endParaRPr lang="de-DE"/>
            </a:p>
          </p:txBody>
        </p:sp>
        <p:sp>
          <p:nvSpPr>
            <p:cNvPr id="8" name="Freihandform: Form 7">
              <a:extLst>
                <a:ext uri="{FF2B5EF4-FFF2-40B4-BE49-F238E27FC236}">
                  <a16:creationId xmlns:a16="http://schemas.microsoft.com/office/drawing/2014/main" id="{EAC6D96B-4568-4116-8976-2B3D8A6449DC}"/>
                </a:ext>
              </a:extLst>
            </p:cNvPr>
            <p:cNvSpPr/>
            <p:nvPr/>
          </p:nvSpPr>
          <p:spPr>
            <a:xfrm>
              <a:off x="6552063" y="-1"/>
              <a:ext cx="5650627" cy="5353950"/>
            </a:xfrm>
            <a:custGeom>
              <a:avLst/>
              <a:gdLst>
                <a:gd name="connsiteX0" fmla="*/ 5650628 w 5650627"/>
                <a:gd name="connsiteY0" fmla="*/ 0 h 5353950"/>
                <a:gd name="connsiteX1" fmla="*/ 1948707 w 5650627"/>
                <a:gd name="connsiteY1" fmla="*/ 0 h 5353950"/>
                <a:gd name="connsiteX2" fmla="*/ 0 w 5650627"/>
                <a:gd name="connsiteY2" fmla="*/ 5353950 h 5353950"/>
                <a:gd name="connsiteX3" fmla="*/ 5649610 w 5650627"/>
                <a:gd name="connsiteY3" fmla="*/ 5353950 h 5353950"/>
                <a:gd name="connsiteX4" fmla="*/ 5650628 w 5650627"/>
                <a:gd name="connsiteY4" fmla="*/ 5351150 h 5353950"/>
                <a:gd name="connsiteX5" fmla="*/ 5650628 w 5650627"/>
                <a:gd name="connsiteY5" fmla="*/ 0 h 53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0627" h="5353950">
                  <a:moveTo>
                    <a:pt x="5650628" y="0"/>
                  </a:moveTo>
                  <a:lnTo>
                    <a:pt x="1948707" y="0"/>
                  </a:lnTo>
                  <a:lnTo>
                    <a:pt x="0" y="5353950"/>
                  </a:lnTo>
                  <a:lnTo>
                    <a:pt x="5649610" y="5353950"/>
                  </a:lnTo>
                  <a:lnTo>
                    <a:pt x="5650628" y="5351150"/>
                  </a:lnTo>
                  <a:lnTo>
                    <a:pt x="5650628" y="0"/>
                  </a:lnTo>
                  <a:close/>
                </a:path>
              </a:pathLst>
            </a:custGeom>
            <a:solidFill>
              <a:schemeClr val="accent3"/>
            </a:solidFill>
            <a:ln w="12720" cap="flat">
              <a:noFill/>
              <a:prstDash val="solid"/>
              <a:miter/>
            </a:ln>
          </p:spPr>
          <p:txBody>
            <a:bodyPr rtlCol="0" anchor="ctr"/>
            <a:lstStyle/>
            <a:p>
              <a:endParaRPr lang="de-DE"/>
            </a:p>
          </p:txBody>
        </p:sp>
      </p:grpSp>
      <p:sp>
        <p:nvSpPr>
          <p:cNvPr id="5" name="Parallelogramm 4">
            <a:extLst>
              <a:ext uri="{FF2B5EF4-FFF2-40B4-BE49-F238E27FC236}">
                <a16:creationId xmlns:a16="http://schemas.microsoft.com/office/drawing/2014/main" id="{9455762C-E6FA-4CFA-8B54-E7DA92026373}"/>
              </a:ext>
            </a:extLst>
          </p:cNvPr>
          <p:cNvSpPr/>
          <p:nvPr userDrawn="1"/>
        </p:nvSpPr>
        <p:spPr>
          <a:xfrm>
            <a:off x="2545556" y="410982"/>
            <a:ext cx="339180" cy="826248"/>
          </a:xfrm>
          <a:prstGeom prst="parallelogram">
            <a:avLst>
              <a:gd name="adj" fmla="val 887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 name="Picture 10">
            <a:extLst>
              <a:ext uri="{FF2B5EF4-FFF2-40B4-BE49-F238E27FC236}">
                <a16:creationId xmlns:a16="http://schemas.microsoft.com/office/drawing/2014/main" id="{75E970ED-62EE-4ADF-8C99-8B351E5EE5E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82147" y="461185"/>
            <a:ext cx="1410393" cy="881496"/>
          </a:xfrm>
          <a:prstGeom prst="rect">
            <a:avLst/>
          </a:prstGeom>
        </p:spPr>
      </p:pic>
    </p:spTree>
    <p:extLst>
      <p:ext uri="{BB962C8B-B14F-4D97-AF65-F5344CB8AC3E}">
        <p14:creationId xmlns:p14="http://schemas.microsoft.com/office/powerpoint/2010/main" val="3103483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480FFC-C54D-442F-AB61-6887B4C7B001}"/>
              </a:ext>
            </a:extLst>
          </p:cNvPr>
          <p:cNvSpPr>
            <a:spLocks noGrp="1"/>
          </p:cNvSpPr>
          <p:nvPr>
            <p:ph type="title"/>
          </p:nvPr>
        </p:nvSpPr>
        <p:spPr/>
        <p:txBody>
          <a:bodyPr/>
          <a:lstStyle/>
          <a:p>
            <a:r>
              <a:rPr lang="de-DE"/>
              <a:t>Mastertitelformat bearbeiten</a:t>
            </a:r>
            <a:endParaRPr lang="de-DE" dirty="0"/>
          </a:p>
        </p:txBody>
      </p:sp>
      <p:sp>
        <p:nvSpPr>
          <p:cNvPr id="3" name="Inhaltsplatzhalter 2">
            <a:extLst>
              <a:ext uri="{FF2B5EF4-FFF2-40B4-BE49-F238E27FC236}">
                <a16:creationId xmlns:a16="http://schemas.microsoft.com/office/drawing/2014/main" id="{60D05920-C6D7-4D61-AB99-D69AA5A41BE1}"/>
              </a:ext>
            </a:extLst>
          </p:cNvPr>
          <p:cNvSpPr>
            <a:spLocks noGrp="1"/>
          </p:cNvSpPr>
          <p:nvPr>
            <p:ph idx="1"/>
          </p:nvPr>
        </p:nvSpPr>
        <p:spPr/>
        <p:txBody>
          <a:bodyPr/>
          <a:lstStyle/>
          <a:p>
            <a:pPr lvl="0"/>
            <a:r>
              <a:rPr lang="de-DE"/>
              <a:t>Mastertextformat bearbeiten
Zweite Ebene
Dritte Ebene
Vierte Ebene
Fünfte Ebene</a:t>
            </a:r>
            <a:endParaRPr lang="de-DE" dirty="0"/>
          </a:p>
        </p:txBody>
      </p:sp>
      <p:sp>
        <p:nvSpPr>
          <p:cNvPr id="4" name="Datumsplatzhalter 3">
            <a:extLst>
              <a:ext uri="{FF2B5EF4-FFF2-40B4-BE49-F238E27FC236}">
                <a16:creationId xmlns:a16="http://schemas.microsoft.com/office/drawing/2014/main" id="{1E9413C9-41C0-4118-88C9-422A5DE23C54}"/>
              </a:ext>
            </a:extLst>
          </p:cNvPr>
          <p:cNvSpPr>
            <a:spLocks noGrp="1"/>
          </p:cNvSpPr>
          <p:nvPr>
            <p:ph type="dt" sz="half" idx="10"/>
          </p:nvPr>
        </p:nvSpPr>
        <p:spPr/>
        <p:txBody>
          <a:bodyPr/>
          <a:lstStyle/>
          <a:p>
            <a:fld id="{27695F83-D1A7-474A-9018-D90436E0FA92}" type="datetime4">
              <a:rPr lang="de-DE" smtClean="0"/>
              <a:t>5. März 2024</a:t>
            </a:fld>
            <a:endParaRPr lang="de-DE"/>
          </a:p>
        </p:txBody>
      </p:sp>
      <p:sp>
        <p:nvSpPr>
          <p:cNvPr id="5" name="Fußzeilenplatzhalter 4">
            <a:extLst>
              <a:ext uri="{FF2B5EF4-FFF2-40B4-BE49-F238E27FC236}">
                <a16:creationId xmlns:a16="http://schemas.microsoft.com/office/drawing/2014/main" id="{889B284C-D04C-476B-8F04-2A7AF1C95FB0}"/>
              </a:ext>
            </a:extLst>
          </p:cNvPr>
          <p:cNvSpPr>
            <a:spLocks noGrp="1"/>
          </p:cNvSpPr>
          <p:nvPr>
            <p:ph type="ftr" sz="quarter" idx="11"/>
          </p:nvPr>
        </p:nvSpPr>
        <p:spPr/>
        <p:txBody>
          <a:bodyPr/>
          <a:lstStyle/>
          <a:p>
            <a:r>
              <a:rPr lang="de-DE"/>
              <a:t>Titel der Präsentation</a:t>
            </a:r>
          </a:p>
        </p:txBody>
      </p:sp>
      <p:sp>
        <p:nvSpPr>
          <p:cNvPr id="6" name="Foliennummernplatzhalter 5">
            <a:extLst>
              <a:ext uri="{FF2B5EF4-FFF2-40B4-BE49-F238E27FC236}">
                <a16:creationId xmlns:a16="http://schemas.microsoft.com/office/drawing/2014/main" id="{C0CF60C3-89CB-46E0-AF81-A3E502C60B4F}"/>
              </a:ext>
            </a:extLst>
          </p:cNvPr>
          <p:cNvSpPr>
            <a:spLocks noGrp="1"/>
          </p:cNvSpPr>
          <p:nvPr>
            <p:ph type="sldNum" sz="quarter" idx="12"/>
          </p:nvPr>
        </p:nvSpPr>
        <p:spPr/>
        <p:txBody>
          <a:bodyPr/>
          <a:lstStyle/>
          <a:p>
            <a:fld id="{2155E1C8-C15B-4C47-AD9F-B8F50D129449}" type="slidenum">
              <a:rPr lang="de-DE" smtClean="0"/>
              <a:t>‹#›</a:t>
            </a:fld>
            <a:endParaRPr lang="de-DE"/>
          </a:p>
        </p:txBody>
      </p:sp>
      <p:sp>
        <p:nvSpPr>
          <p:cNvPr id="8" name="Textplatzhalter 8">
            <a:extLst>
              <a:ext uri="{FF2B5EF4-FFF2-40B4-BE49-F238E27FC236}">
                <a16:creationId xmlns:a16="http://schemas.microsoft.com/office/drawing/2014/main" id="{B54B792C-CDB3-4613-BDDA-AC44C09F36EE}"/>
              </a:ext>
            </a:extLst>
          </p:cNvPr>
          <p:cNvSpPr>
            <a:spLocks noGrp="1"/>
          </p:cNvSpPr>
          <p:nvPr>
            <p:ph type="body" sz="quarter" idx="14"/>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
Zweite Ebene
Dritte Ebene
Vierte Ebene
Fünfte Ebene</a:t>
            </a:r>
            <a:endParaRPr lang="de-DE" dirty="0"/>
          </a:p>
        </p:txBody>
      </p:sp>
    </p:spTree>
    <p:extLst>
      <p:ext uri="{BB962C8B-B14F-4D97-AF65-F5344CB8AC3E}">
        <p14:creationId xmlns:p14="http://schemas.microsoft.com/office/powerpoint/2010/main" val="1567017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Abschnitts-&#10;überschrift">
    <p:bg>
      <p:bgPr>
        <a:solidFill>
          <a:srgbClr val="A78EC2"/>
        </a:solidFill>
        <a:effectLst/>
      </p:bgPr>
    </p:bg>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BBD1271F-5276-4A85-9285-369543946767}"/>
              </a:ext>
            </a:extLst>
          </p:cNvPr>
          <p:cNvSpPr>
            <a:spLocks noGrp="1"/>
          </p:cNvSpPr>
          <p:nvPr>
            <p:ph type="body" idx="1" hasCustomPrompt="1"/>
          </p:nvPr>
        </p:nvSpPr>
        <p:spPr>
          <a:xfrm>
            <a:off x="551384" y="658800"/>
            <a:ext cx="4104000" cy="5760000"/>
          </a:xfrm>
        </p:spPr>
        <p:txBody>
          <a:bodyPr/>
          <a:lstStyle>
            <a:lvl1pPr marL="0" indent="0">
              <a:lnSpc>
                <a:spcPct val="88000"/>
              </a:lnSpc>
              <a:buNone/>
              <a:defRPr sz="480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a:t>
            </a:r>
          </a:p>
        </p:txBody>
      </p:sp>
      <p:sp>
        <p:nvSpPr>
          <p:cNvPr id="2" name="Titel 1">
            <a:extLst>
              <a:ext uri="{FF2B5EF4-FFF2-40B4-BE49-F238E27FC236}">
                <a16:creationId xmlns:a16="http://schemas.microsoft.com/office/drawing/2014/main" id="{E96B8529-73FE-43C7-8F21-9054FE81E741}"/>
              </a:ext>
            </a:extLst>
          </p:cNvPr>
          <p:cNvSpPr>
            <a:spLocks noGrp="1"/>
          </p:cNvSpPr>
          <p:nvPr>
            <p:ph type="title"/>
          </p:nvPr>
        </p:nvSpPr>
        <p:spPr>
          <a:xfrm>
            <a:off x="2365872" y="0"/>
            <a:ext cx="9826128" cy="6858000"/>
          </a:xfrm>
          <a:custGeom>
            <a:avLst/>
            <a:gdLst>
              <a:gd name="connsiteX0" fmla="*/ 0 w 9840416"/>
              <a:gd name="connsiteY0" fmla="*/ 0 h 6858000"/>
              <a:gd name="connsiteX1" fmla="*/ 9840416 w 9840416"/>
              <a:gd name="connsiteY1" fmla="*/ 0 h 6858000"/>
              <a:gd name="connsiteX2" fmla="*/ 9840416 w 9840416"/>
              <a:gd name="connsiteY2" fmla="*/ 6858000 h 6858000"/>
              <a:gd name="connsiteX3" fmla="*/ 0 w 9840416"/>
              <a:gd name="connsiteY3" fmla="*/ 6858000 h 6858000"/>
              <a:gd name="connsiteX4" fmla="*/ 0 w 9840416"/>
              <a:gd name="connsiteY4" fmla="*/ 0 h 6858000"/>
              <a:gd name="connsiteX0" fmla="*/ 2688431 w 9840416"/>
              <a:gd name="connsiteY0" fmla="*/ 0 h 6858000"/>
              <a:gd name="connsiteX1" fmla="*/ 9840416 w 9840416"/>
              <a:gd name="connsiteY1" fmla="*/ 0 h 6858000"/>
              <a:gd name="connsiteX2" fmla="*/ 9840416 w 9840416"/>
              <a:gd name="connsiteY2" fmla="*/ 6858000 h 6858000"/>
              <a:gd name="connsiteX3" fmla="*/ 0 w 9840416"/>
              <a:gd name="connsiteY3" fmla="*/ 6858000 h 6858000"/>
              <a:gd name="connsiteX4" fmla="*/ 2688431 w 9840416"/>
              <a:gd name="connsiteY4" fmla="*/ 0 h 6858000"/>
              <a:gd name="connsiteX0" fmla="*/ 2674143 w 9826128"/>
              <a:gd name="connsiteY0" fmla="*/ 0 h 6858000"/>
              <a:gd name="connsiteX1" fmla="*/ 9826128 w 9826128"/>
              <a:gd name="connsiteY1" fmla="*/ 0 h 6858000"/>
              <a:gd name="connsiteX2" fmla="*/ 9826128 w 9826128"/>
              <a:gd name="connsiteY2" fmla="*/ 6858000 h 6858000"/>
              <a:gd name="connsiteX3" fmla="*/ 0 w 9826128"/>
              <a:gd name="connsiteY3" fmla="*/ 6858000 h 6858000"/>
              <a:gd name="connsiteX4" fmla="*/ 2674143 w 982612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26128" h="6858000">
                <a:moveTo>
                  <a:pt x="2674143" y="0"/>
                </a:moveTo>
                <a:lnTo>
                  <a:pt x="9826128" y="0"/>
                </a:lnTo>
                <a:lnTo>
                  <a:pt x="9826128" y="6858000"/>
                </a:lnTo>
                <a:lnTo>
                  <a:pt x="0" y="6858000"/>
                </a:lnTo>
                <a:lnTo>
                  <a:pt x="2674143" y="0"/>
                </a:lnTo>
                <a:close/>
              </a:path>
            </a:pathLst>
          </a:custGeom>
          <a:solidFill>
            <a:srgbClr val="5F5B93"/>
          </a:solidFill>
        </p:spPr>
        <p:txBody>
          <a:bodyPr lIns="1620000" bIns="1152000" anchor="b">
            <a:noAutofit/>
          </a:bodyPr>
          <a:lstStyle>
            <a:lvl1pPr>
              <a:defRPr sz="6000">
                <a:solidFill>
                  <a:schemeClr val="bg1"/>
                </a:solidFill>
              </a:defRPr>
            </a:lvl1pPr>
          </a:lstStyle>
          <a:p>
            <a:r>
              <a:rPr lang="de-DE"/>
              <a:t>Mastertitelformat bearbeiten</a:t>
            </a:r>
            <a:endParaRPr lang="de-DE" dirty="0"/>
          </a:p>
        </p:txBody>
      </p:sp>
    </p:spTree>
    <p:extLst>
      <p:ext uri="{BB962C8B-B14F-4D97-AF65-F5344CB8AC3E}">
        <p14:creationId xmlns:p14="http://schemas.microsoft.com/office/powerpoint/2010/main" val="170613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Kapitel Layout 2">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6B8529-73FE-43C7-8F21-9054FE81E741}"/>
              </a:ext>
            </a:extLst>
          </p:cNvPr>
          <p:cNvSpPr>
            <a:spLocks noGrp="1"/>
          </p:cNvSpPr>
          <p:nvPr>
            <p:ph type="title"/>
          </p:nvPr>
        </p:nvSpPr>
        <p:spPr>
          <a:xfrm>
            <a:off x="551384" y="1556792"/>
            <a:ext cx="5040000" cy="1728000"/>
          </a:xfrm>
          <a:noFill/>
        </p:spPr>
        <p:txBody>
          <a:bodyPr lIns="0" tIns="36000" bIns="0" anchor="t" anchorCtr="0">
            <a:noAutofit/>
          </a:bodyPr>
          <a:lstStyle>
            <a:lvl1pPr>
              <a:lnSpc>
                <a:spcPct val="100000"/>
              </a:lnSpc>
              <a:defRPr sz="5000">
                <a:solidFill>
                  <a:schemeClr val="bg1"/>
                </a:solidFill>
              </a:defRPr>
            </a:lvl1pPr>
          </a:lstStyle>
          <a:p>
            <a:r>
              <a:rPr lang="de-DE"/>
              <a:t>Mastertitelformat bearbeiten</a:t>
            </a:r>
            <a:endParaRPr lang="de-DE" dirty="0"/>
          </a:p>
        </p:txBody>
      </p:sp>
      <p:sp>
        <p:nvSpPr>
          <p:cNvPr id="3" name="Grafik 22">
            <a:extLst>
              <a:ext uri="{FF2B5EF4-FFF2-40B4-BE49-F238E27FC236}">
                <a16:creationId xmlns:a16="http://schemas.microsoft.com/office/drawing/2014/main" id="{FCA6D92E-30E9-42EB-80A4-748C23776EF8}"/>
              </a:ext>
            </a:extLst>
          </p:cNvPr>
          <p:cNvSpPr/>
          <p:nvPr/>
        </p:nvSpPr>
        <p:spPr>
          <a:xfrm>
            <a:off x="5917438" y="0"/>
            <a:ext cx="6276847" cy="6858000"/>
          </a:xfrm>
          <a:custGeom>
            <a:avLst/>
            <a:gdLst>
              <a:gd name="connsiteX0" fmla="*/ 6276848 w 6276847"/>
              <a:gd name="connsiteY0" fmla="*/ 0 h 6858000"/>
              <a:gd name="connsiteX1" fmla="*/ 2496058 w 6276847"/>
              <a:gd name="connsiteY1" fmla="*/ 0 h 6858000"/>
              <a:gd name="connsiteX2" fmla="*/ 0 w 6276847"/>
              <a:gd name="connsiteY2" fmla="*/ 6858000 h 6858000"/>
              <a:gd name="connsiteX3" fmla="*/ 6276086 w 6276847"/>
              <a:gd name="connsiteY3" fmla="*/ 6858000 h 6858000"/>
              <a:gd name="connsiteX4" fmla="*/ 6276848 w 6276847"/>
              <a:gd name="connsiteY4" fmla="*/ 6855841 h 6858000"/>
              <a:gd name="connsiteX5" fmla="*/ 6276848 w 6276847"/>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76847" h="6858000">
                <a:moveTo>
                  <a:pt x="6276848" y="0"/>
                </a:moveTo>
                <a:lnTo>
                  <a:pt x="2496058" y="0"/>
                </a:lnTo>
                <a:lnTo>
                  <a:pt x="0" y="6858000"/>
                </a:lnTo>
                <a:lnTo>
                  <a:pt x="6276086" y="6858000"/>
                </a:lnTo>
                <a:lnTo>
                  <a:pt x="6276848" y="6855841"/>
                </a:lnTo>
                <a:lnTo>
                  <a:pt x="6276848" y="0"/>
                </a:lnTo>
                <a:close/>
              </a:path>
            </a:pathLst>
          </a:custGeom>
          <a:solidFill>
            <a:schemeClr val="accent3"/>
          </a:solidFill>
          <a:ln w="12700" cap="flat">
            <a:noFill/>
            <a:prstDash val="solid"/>
            <a:miter/>
          </a:ln>
        </p:spPr>
        <p:txBody>
          <a:bodyPr rtlCol="0" anchor="ctr"/>
          <a:lstStyle/>
          <a:p>
            <a:endParaRPr lang="de-DE"/>
          </a:p>
        </p:txBody>
      </p:sp>
    </p:spTree>
    <p:extLst>
      <p:ext uri="{BB962C8B-B14F-4D97-AF65-F5344CB8AC3E}">
        <p14:creationId xmlns:p14="http://schemas.microsoft.com/office/powerpoint/2010/main" val="380607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Bilder Hervorhebu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0C7EA7-5CC8-4E10-B557-D6243924E131}"/>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5B015681-8B15-444E-8FBD-5D48B1444C75}"/>
              </a:ext>
            </a:extLst>
          </p:cNvPr>
          <p:cNvSpPr>
            <a:spLocks noGrp="1"/>
          </p:cNvSpPr>
          <p:nvPr>
            <p:ph type="dt" sz="half" idx="10"/>
          </p:nvPr>
        </p:nvSpPr>
        <p:spPr/>
        <p:txBody>
          <a:bodyPr/>
          <a:lstStyle/>
          <a:p>
            <a:fld id="{36607B40-3C74-480B-90C9-9BBE76BDA837}" type="datetime4">
              <a:rPr lang="de-DE" smtClean="0"/>
              <a:t>5. März 2024</a:t>
            </a:fld>
            <a:endParaRPr lang="de-DE"/>
          </a:p>
        </p:txBody>
      </p:sp>
      <p:sp>
        <p:nvSpPr>
          <p:cNvPr id="4" name="Fußzeilenplatzhalter 3">
            <a:extLst>
              <a:ext uri="{FF2B5EF4-FFF2-40B4-BE49-F238E27FC236}">
                <a16:creationId xmlns:a16="http://schemas.microsoft.com/office/drawing/2014/main" id="{4574EA10-3C2E-45A0-9051-AEEA7F65E10B}"/>
              </a:ext>
            </a:extLst>
          </p:cNvPr>
          <p:cNvSpPr>
            <a:spLocks noGrp="1"/>
          </p:cNvSpPr>
          <p:nvPr>
            <p:ph type="ftr" sz="quarter" idx="11"/>
          </p:nvPr>
        </p:nvSpPr>
        <p:spPr/>
        <p:txBody>
          <a:bodyPr/>
          <a:lstStyle/>
          <a:p>
            <a:r>
              <a:rPr lang="de-DE"/>
              <a:t>Titel der Präsentation</a:t>
            </a:r>
          </a:p>
        </p:txBody>
      </p:sp>
      <p:sp>
        <p:nvSpPr>
          <p:cNvPr id="5" name="Foliennummernplatzhalter 4">
            <a:extLst>
              <a:ext uri="{FF2B5EF4-FFF2-40B4-BE49-F238E27FC236}">
                <a16:creationId xmlns:a16="http://schemas.microsoft.com/office/drawing/2014/main" id="{080D9340-224D-48C1-91F4-2FAD2D100C14}"/>
              </a:ext>
            </a:extLst>
          </p:cNvPr>
          <p:cNvSpPr>
            <a:spLocks noGrp="1"/>
          </p:cNvSpPr>
          <p:nvPr>
            <p:ph type="sldNum" sz="quarter" idx="12"/>
          </p:nvPr>
        </p:nvSpPr>
        <p:spPr/>
        <p:txBody>
          <a:bodyPr/>
          <a:lstStyle/>
          <a:p>
            <a:fld id="{2155E1C8-C15B-4C47-AD9F-B8F50D129449}" type="slidenum">
              <a:rPr lang="de-DE" smtClean="0"/>
              <a:t>‹#›</a:t>
            </a:fld>
            <a:endParaRPr lang="de-DE"/>
          </a:p>
        </p:txBody>
      </p:sp>
      <p:sp>
        <p:nvSpPr>
          <p:cNvPr id="17" name="Bildplatzhalter 8">
            <a:extLst>
              <a:ext uri="{FF2B5EF4-FFF2-40B4-BE49-F238E27FC236}">
                <a16:creationId xmlns:a16="http://schemas.microsoft.com/office/drawing/2014/main" id="{6EFA4D61-CAE8-4F96-BF4F-CB8DBD049FB4}"/>
              </a:ext>
            </a:extLst>
          </p:cNvPr>
          <p:cNvSpPr>
            <a:spLocks noGrp="1"/>
          </p:cNvSpPr>
          <p:nvPr>
            <p:ph type="pic" sz="quarter" idx="13"/>
          </p:nvPr>
        </p:nvSpPr>
        <p:spPr>
          <a:xfrm>
            <a:off x="551384" y="1845088"/>
            <a:ext cx="3457575" cy="2304000"/>
          </a:xfrm>
        </p:spPr>
        <p:txBody>
          <a:bodyPr/>
          <a:lstStyle/>
          <a:p>
            <a:r>
              <a:rPr lang="de-DE"/>
              <a:t>Bild durch Klicken auf Symbol hinzufügen</a:t>
            </a:r>
            <a:endParaRPr lang="de-DE" dirty="0"/>
          </a:p>
        </p:txBody>
      </p:sp>
      <p:sp>
        <p:nvSpPr>
          <p:cNvPr id="18" name="Textplatzhalter 10">
            <a:extLst>
              <a:ext uri="{FF2B5EF4-FFF2-40B4-BE49-F238E27FC236}">
                <a16:creationId xmlns:a16="http://schemas.microsoft.com/office/drawing/2014/main" id="{D3314FD7-7CD2-4F2C-B46C-9B43ED9AE948}"/>
              </a:ext>
            </a:extLst>
          </p:cNvPr>
          <p:cNvSpPr>
            <a:spLocks noGrp="1"/>
          </p:cNvSpPr>
          <p:nvPr>
            <p:ph type="body" sz="quarter" idx="14"/>
          </p:nvPr>
        </p:nvSpPr>
        <p:spPr>
          <a:xfrm>
            <a:off x="551384" y="4221088"/>
            <a:ext cx="3457575" cy="1944000"/>
          </a:xfrm>
          <a:solidFill>
            <a:schemeClr val="bg2"/>
          </a:solidFill>
        </p:spPr>
        <p:txBody>
          <a:bodyPr lIns="169200" tIns="108000" rIns="162000" bIns="72000"/>
          <a:lstStyle>
            <a:lvl1pPr>
              <a:defRPr lang="de-DE" sz="1400" b="1" dirty="0"/>
            </a:lvl1pPr>
            <a:lvl2pPr>
              <a:defRPr lang="de-DE" sz="1400" b="0" dirty="0">
                <a:solidFill>
                  <a:schemeClr val="tx1"/>
                </a:solidFill>
              </a:defRPr>
            </a:lvl2pPr>
            <a:lvl3pPr>
              <a:defRPr lang="de-DE" sz="1400" b="0" dirty="0"/>
            </a:lvl3pPr>
            <a:lvl4pPr>
              <a:defRPr lang="de-DE" sz="1400" b="0" dirty="0"/>
            </a:lvl4pPr>
            <a:lvl5pPr>
              <a:defRPr lang="de-DE" sz="1400" b="0" dirty="0"/>
            </a:lvl5pPr>
            <a:lvl6pPr>
              <a:defRPr lang="de-DE" sz="1400" dirty="0"/>
            </a:lvl6pPr>
            <a:lvl7pPr>
              <a:defRPr lang="de-DE" sz="1400" dirty="0"/>
            </a:lvl7pPr>
            <a:lvl8pPr>
              <a:defRPr lang="de-DE" sz="1400" dirty="0"/>
            </a:lvl8pPr>
            <a:lvl9pPr>
              <a:defRPr lang="de-DE" sz="1400" dirty="0"/>
            </a:lvl9pPr>
          </a:lstStyle>
          <a:p>
            <a:pPr lvl="0">
              <a:spcAft>
                <a:spcPts val="700"/>
              </a:spcAft>
            </a:pPr>
            <a:r>
              <a:rPr lang="de-DE"/>
              <a:t>Mastertextformat bearbeiten
Zweite Ebene
Dritte Ebene
Vierte Ebene
Fünfte Ebene</a:t>
            </a:r>
            <a:endParaRPr lang="de-DE" dirty="0"/>
          </a:p>
        </p:txBody>
      </p:sp>
      <p:sp>
        <p:nvSpPr>
          <p:cNvPr id="19" name="Bildplatzhalter 8">
            <a:extLst>
              <a:ext uri="{FF2B5EF4-FFF2-40B4-BE49-F238E27FC236}">
                <a16:creationId xmlns:a16="http://schemas.microsoft.com/office/drawing/2014/main" id="{CE460651-7922-460B-B9EB-221627C581FC}"/>
              </a:ext>
            </a:extLst>
          </p:cNvPr>
          <p:cNvSpPr>
            <a:spLocks noGrp="1"/>
          </p:cNvSpPr>
          <p:nvPr>
            <p:ph type="pic" sz="quarter" idx="15"/>
          </p:nvPr>
        </p:nvSpPr>
        <p:spPr>
          <a:xfrm>
            <a:off x="4367212" y="1845088"/>
            <a:ext cx="3457575" cy="2304000"/>
          </a:xfrm>
        </p:spPr>
        <p:txBody>
          <a:bodyPr/>
          <a:lstStyle/>
          <a:p>
            <a:r>
              <a:rPr lang="de-DE"/>
              <a:t>Bild durch Klicken auf Symbol hinzufügen</a:t>
            </a:r>
            <a:endParaRPr lang="de-DE" dirty="0"/>
          </a:p>
        </p:txBody>
      </p:sp>
      <p:sp>
        <p:nvSpPr>
          <p:cNvPr id="20" name="Textplatzhalter 10">
            <a:extLst>
              <a:ext uri="{FF2B5EF4-FFF2-40B4-BE49-F238E27FC236}">
                <a16:creationId xmlns:a16="http://schemas.microsoft.com/office/drawing/2014/main" id="{474DEB0E-00A0-479F-B371-926CA8D2EF33}"/>
              </a:ext>
            </a:extLst>
          </p:cNvPr>
          <p:cNvSpPr>
            <a:spLocks noGrp="1"/>
          </p:cNvSpPr>
          <p:nvPr>
            <p:ph type="body" sz="quarter" idx="16"/>
          </p:nvPr>
        </p:nvSpPr>
        <p:spPr>
          <a:xfrm>
            <a:off x="4367212" y="4221088"/>
            <a:ext cx="3457575" cy="1944000"/>
          </a:xfrm>
          <a:solidFill>
            <a:schemeClr val="bg2"/>
          </a:solidFill>
        </p:spPr>
        <p:txBody>
          <a:bodyPr vert="horz" lIns="169200" tIns="108000" rIns="162000" bIns="72000" rtlCol="0">
            <a:noAutofit/>
          </a:bodyPr>
          <a:lstStyle>
            <a:lvl1pPr>
              <a:defRPr lang="de-DE" sz="1400" b="1" dirty="0"/>
            </a:lvl1pPr>
            <a:lvl2pPr>
              <a:defRPr lang="de-DE" sz="1400" b="0" dirty="0">
                <a:solidFill>
                  <a:schemeClr val="tx1"/>
                </a:solidFill>
              </a:defRPr>
            </a:lvl2pPr>
            <a:lvl3pPr>
              <a:defRPr lang="de-DE" sz="1400" b="0" dirty="0"/>
            </a:lvl3pPr>
            <a:lvl4pPr>
              <a:defRPr lang="de-DE" sz="1400" b="0" dirty="0"/>
            </a:lvl4pPr>
            <a:lvl5pPr>
              <a:defRPr lang="de-DE" sz="1400" b="0" dirty="0"/>
            </a:lvl5pPr>
            <a:lvl6pPr>
              <a:defRPr lang="de-DE" sz="1400" dirty="0"/>
            </a:lvl6pPr>
            <a:lvl7pPr>
              <a:defRPr lang="de-DE" sz="1400" dirty="0"/>
            </a:lvl7pPr>
            <a:lvl8pPr>
              <a:defRPr lang="de-DE" sz="1400" dirty="0"/>
            </a:lvl8pPr>
            <a:lvl9pPr>
              <a:defRPr lang="de-DE" sz="1400" dirty="0"/>
            </a:lvl9pPr>
          </a:lstStyle>
          <a:p>
            <a:pPr lvl="0">
              <a:spcAft>
                <a:spcPts val="700"/>
              </a:spcAft>
            </a:pPr>
            <a:r>
              <a:rPr lang="de-DE"/>
              <a:t>Mastertextformat bearbeiten
Zweite Ebene
Dritte Ebene
Vierte Ebene
Fünfte Ebene</a:t>
            </a:r>
            <a:endParaRPr lang="de-DE" dirty="0"/>
          </a:p>
        </p:txBody>
      </p:sp>
      <p:sp>
        <p:nvSpPr>
          <p:cNvPr id="21" name="Bildplatzhalter 8">
            <a:extLst>
              <a:ext uri="{FF2B5EF4-FFF2-40B4-BE49-F238E27FC236}">
                <a16:creationId xmlns:a16="http://schemas.microsoft.com/office/drawing/2014/main" id="{E6D1FC0C-7071-42A0-A9D3-1AA75A42AE0C}"/>
              </a:ext>
            </a:extLst>
          </p:cNvPr>
          <p:cNvSpPr>
            <a:spLocks noGrp="1"/>
          </p:cNvSpPr>
          <p:nvPr>
            <p:ph type="pic" sz="quarter" idx="17"/>
          </p:nvPr>
        </p:nvSpPr>
        <p:spPr>
          <a:xfrm>
            <a:off x="8183040" y="1845087"/>
            <a:ext cx="3457575" cy="2304000"/>
          </a:xfrm>
        </p:spPr>
        <p:txBody>
          <a:bodyPr/>
          <a:lstStyle/>
          <a:p>
            <a:r>
              <a:rPr lang="de-DE"/>
              <a:t>Bild durch Klicken auf Symbol hinzufügen</a:t>
            </a:r>
            <a:endParaRPr lang="de-DE" dirty="0"/>
          </a:p>
        </p:txBody>
      </p:sp>
      <p:sp>
        <p:nvSpPr>
          <p:cNvPr id="22" name="Textplatzhalter 10">
            <a:extLst>
              <a:ext uri="{FF2B5EF4-FFF2-40B4-BE49-F238E27FC236}">
                <a16:creationId xmlns:a16="http://schemas.microsoft.com/office/drawing/2014/main" id="{6E1738FF-ADB0-4D77-A1C9-858281B12978}"/>
              </a:ext>
            </a:extLst>
          </p:cNvPr>
          <p:cNvSpPr>
            <a:spLocks noGrp="1"/>
          </p:cNvSpPr>
          <p:nvPr>
            <p:ph type="body" sz="quarter" idx="18"/>
          </p:nvPr>
        </p:nvSpPr>
        <p:spPr>
          <a:xfrm>
            <a:off x="8184232" y="4221088"/>
            <a:ext cx="3457575" cy="1944000"/>
          </a:xfrm>
          <a:solidFill>
            <a:schemeClr val="bg2"/>
          </a:solidFill>
        </p:spPr>
        <p:txBody>
          <a:bodyPr vert="horz" lIns="169200" tIns="108000" rIns="162000" bIns="72000" rtlCol="0">
            <a:noAutofit/>
          </a:bodyPr>
          <a:lstStyle>
            <a:lvl1pPr>
              <a:defRPr lang="de-DE" sz="1400" b="1" dirty="0"/>
            </a:lvl1pPr>
            <a:lvl2pPr>
              <a:defRPr lang="de-DE" sz="1400" b="0" dirty="0">
                <a:solidFill>
                  <a:schemeClr val="tx1"/>
                </a:solidFill>
              </a:defRPr>
            </a:lvl2pPr>
            <a:lvl3pPr>
              <a:defRPr lang="de-DE" sz="1400" b="0" dirty="0"/>
            </a:lvl3pPr>
            <a:lvl4pPr>
              <a:defRPr lang="de-DE" sz="1400" b="0" dirty="0"/>
            </a:lvl4pPr>
            <a:lvl5pPr>
              <a:defRPr lang="de-DE" sz="1400" b="0" dirty="0"/>
            </a:lvl5pPr>
            <a:lvl6pPr>
              <a:defRPr lang="de-DE" sz="1400" dirty="0"/>
            </a:lvl6pPr>
            <a:lvl7pPr>
              <a:defRPr lang="de-DE" sz="1400" dirty="0"/>
            </a:lvl7pPr>
            <a:lvl8pPr>
              <a:defRPr lang="de-DE" sz="1400" dirty="0"/>
            </a:lvl8pPr>
            <a:lvl9pPr>
              <a:defRPr lang="de-DE" sz="1400" dirty="0"/>
            </a:lvl9pPr>
          </a:lstStyle>
          <a:p>
            <a:pPr lvl="0">
              <a:spcAft>
                <a:spcPts val="700"/>
              </a:spcAft>
            </a:pPr>
            <a:r>
              <a:rPr lang="de-DE"/>
              <a:t>Mastertextformat bearbeiten
Zweite Ebene
Dritte Ebene
Vierte Ebene
Fünfte Ebene</a:t>
            </a:r>
            <a:endParaRPr lang="de-DE" dirty="0"/>
          </a:p>
        </p:txBody>
      </p:sp>
      <p:sp>
        <p:nvSpPr>
          <p:cNvPr id="14" name="Textplatzhalter 8">
            <a:extLst>
              <a:ext uri="{FF2B5EF4-FFF2-40B4-BE49-F238E27FC236}">
                <a16:creationId xmlns:a16="http://schemas.microsoft.com/office/drawing/2014/main" id="{14E183B5-3857-4572-93D5-4AE676659EDD}"/>
              </a:ext>
            </a:extLst>
          </p:cNvPr>
          <p:cNvSpPr>
            <a:spLocks noGrp="1"/>
          </p:cNvSpPr>
          <p:nvPr>
            <p:ph type="body" sz="quarter" idx="19"/>
          </p:nvPr>
        </p:nvSpPr>
        <p:spPr>
          <a:xfrm>
            <a:off x="552616" y="260648"/>
            <a:ext cx="11088000" cy="288000"/>
          </a:xfrm>
        </p:spPr>
        <p:txBody>
          <a:bodyPr tIns="0" bIns="7200" anchor="b" anchorCtr="0"/>
          <a:lstStyle>
            <a:lvl1pPr marL="0" indent="0">
              <a:spcBef>
                <a:spcPts val="0"/>
              </a:spcBef>
              <a:spcAft>
                <a:spcPts val="0"/>
              </a:spcAft>
              <a:buFont typeface="+mj-lt"/>
              <a:buNone/>
              <a:defRPr sz="1400" b="0" u="sng">
                <a:solidFill>
                  <a:schemeClr val="tx1"/>
                </a:solidFill>
              </a:defRPr>
            </a:lvl1pPr>
            <a:lvl2pPr marL="0" indent="0">
              <a:spcBef>
                <a:spcPts val="0"/>
              </a:spcBef>
              <a:spcAft>
                <a:spcPts val="0"/>
              </a:spcAft>
              <a:buFont typeface="+mj-lt"/>
              <a:buNone/>
              <a:defRPr sz="1400" b="0" u="none">
                <a:solidFill>
                  <a:schemeClr val="tx1"/>
                </a:solidFill>
              </a:defRPr>
            </a:lvl2pPr>
            <a:lvl3pPr marL="0" indent="0">
              <a:spcBef>
                <a:spcPts val="0"/>
              </a:spcBef>
              <a:spcAft>
                <a:spcPts val="0"/>
              </a:spcAft>
              <a:buFont typeface="+mj-lt"/>
              <a:buNone/>
              <a:defRPr sz="1400" b="0" u="none">
                <a:solidFill>
                  <a:schemeClr val="tx1"/>
                </a:solidFill>
              </a:defRPr>
            </a:lvl3pPr>
            <a:lvl4pPr marL="0" indent="0">
              <a:spcBef>
                <a:spcPts val="0"/>
              </a:spcBef>
              <a:spcAft>
                <a:spcPts val="0"/>
              </a:spcAft>
              <a:buFont typeface="+mj-lt"/>
              <a:buNone/>
              <a:defRPr sz="1400" b="0" u="none">
                <a:solidFill>
                  <a:schemeClr val="tx1"/>
                </a:solidFill>
              </a:defRPr>
            </a:lvl4pPr>
            <a:lvl5pPr marL="0" indent="0">
              <a:spcBef>
                <a:spcPts val="0"/>
              </a:spcBef>
              <a:spcAft>
                <a:spcPts val="0"/>
              </a:spcAft>
              <a:buFont typeface="+mj-lt"/>
              <a:buNone/>
              <a:defRPr sz="1400" b="0" u="none">
                <a:solidFill>
                  <a:schemeClr val="tx1"/>
                </a:solidFill>
              </a:defRPr>
            </a:lvl5pPr>
            <a:lvl6pPr marL="0" indent="0">
              <a:spcBef>
                <a:spcPts val="0"/>
              </a:spcBef>
              <a:spcAft>
                <a:spcPts val="0"/>
              </a:spcAft>
              <a:buFont typeface="+mj-lt"/>
              <a:buNone/>
              <a:defRPr sz="1400" b="0" u="none">
                <a:solidFill>
                  <a:schemeClr val="tx1"/>
                </a:solidFill>
              </a:defRPr>
            </a:lvl6pPr>
            <a:lvl7pPr marL="0" indent="0">
              <a:spcBef>
                <a:spcPts val="0"/>
              </a:spcBef>
              <a:spcAft>
                <a:spcPts val="0"/>
              </a:spcAft>
              <a:buFont typeface="+mj-lt"/>
              <a:buNone/>
              <a:defRPr sz="1400" b="0" u="none">
                <a:solidFill>
                  <a:schemeClr val="tx1"/>
                </a:solidFill>
              </a:defRPr>
            </a:lvl7pPr>
            <a:lvl8pPr marL="0" indent="0">
              <a:spcBef>
                <a:spcPts val="0"/>
              </a:spcBef>
              <a:spcAft>
                <a:spcPts val="0"/>
              </a:spcAft>
              <a:buFont typeface="+mj-lt"/>
              <a:buNone/>
              <a:defRPr sz="1400" b="0" u="none">
                <a:solidFill>
                  <a:schemeClr val="tx1"/>
                </a:solidFill>
              </a:defRPr>
            </a:lvl8pPr>
            <a:lvl9pPr marL="0" indent="0">
              <a:spcBef>
                <a:spcPts val="0"/>
              </a:spcBef>
              <a:spcAft>
                <a:spcPts val="0"/>
              </a:spcAft>
              <a:buFont typeface="+mj-lt"/>
              <a:buNone/>
              <a:defRPr sz="1400" b="0" u="none">
                <a:solidFill>
                  <a:schemeClr val="tx1"/>
                </a:solidFill>
              </a:defRPr>
            </a:lvl9pPr>
          </a:lstStyle>
          <a:p>
            <a:pPr lvl="0"/>
            <a:r>
              <a:rPr lang="de-DE"/>
              <a:t>Mastertextformat bearbeiten
Zweite Ebene
Dritte Ebene
Vierte Ebene
Fünfte Ebene</a:t>
            </a:r>
            <a:endParaRPr lang="de-DE" dirty="0"/>
          </a:p>
        </p:txBody>
      </p:sp>
    </p:spTree>
    <p:extLst>
      <p:ext uri="{BB962C8B-B14F-4D97-AF65-F5344CB8AC3E}">
        <p14:creationId xmlns:p14="http://schemas.microsoft.com/office/powerpoint/2010/main" val="3222370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bschluss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480FFC-C54D-442F-AB61-6887B4C7B001}"/>
              </a:ext>
            </a:extLst>
          </p:cNvPr>
          <p:cNvSpPr>
            <a:spLocks noGrp="1"/>
          </p:cNvSpPr>
          <p:nvPr>
            <p:ph type="title"/>
          </p:nvPr>
        </p:nvSpPr>
        <p:spPr>
          <a:xfrm>
            <a:off x="551384" y="620792"/>
            <a:ext cx="9433048" cy="864000"/>
          </a:xfrm>
        </p:spPr>
        <p:txBody>
          <a:bodyPr/>
          <a:lstStyle/>
          <a:p>
            <a:r>
              <a:rPr lang="de-DE"/>
              <a:t>Mastertitelformat bearbeiten</a:t>
            </a:r>
            <a:endParaRPr lang="de-DE" dirty="0"/>
          </a:p>
        </p:txBody>
      </p:sp>
      <p:sp>
        <p:nvSpPr>
          <p:cNvPr id="3" name="Inhaltsplatzhalter 2">
            <a:extLst>
              <a:ext uri="{FF2B5EF4-FFF2-40B4-BE49-F238E27FC236}">
                <a16:creationId xmlns:a16="http://schemas.microsoft.com/office/drawing/2014/main" id="{60D05920-C6D7-4D61-AB99-D69AA5A41BE1}"/>
              </a:ext>
            </a:extLst>
          </p:cNvPr>
          <p:cNvSpPr>
            <a:spLocks noGrp="1"/>
          </p:cNvSpPr>
          <p:nvPr>
            <p:ph idx="1"/>
          </p:nvPr>
        </p:nvSpPr>
        <p:spPr>
          <a:xfrm>
            <a:off x="551384" y="2060848"/>
            <a:ext cx="7920880" cy="3744000"/>
          </a:xfrm>
        </p:spPr>
        <p:txBody>
          <a:bodyPr tIns="54000"/>
          <a:lstStyle>
            <a:lvl1pPr marL="0" indent="0">
              <a:spcBef>
                <a:spcPts val="1200"/>
              </a:spcBef>
              <a:spcAft>
                <a:spcPts val="0"/>
              </a:spcAft>
              <a:buFont typeface="+mj-lt"/>
              <a:buNone/>
              <a:defRPr b="1">
                <a:solidFill>
                  <a:schemeClr val="bg1"/>
                </a:solidFill>
              </a:defRPr>
            </a:lvl1pPr>
            <a:lvl2pPr marL="0" indent="0">
              <a:spcBef>
                <a:spcPts val="0"/>
              </a:spcBef>
              <a:spcAft>
                <a:spcPts val="1200"/>
              </a:spcAft>
              <a:buFont typeface="+mj-lt"/>
              <a:buNone/>
              <a:defRPr b="0">
                <a:solidFill>
                  <a:schemeClr val="bg1"/>
                </a:solidFill>
              </a:defRPr>
            </a:lvl2pPr>
            <a:lvl3pPr marL="0" indent="0">
              <a:spcBef>
                <a:spcPts val="0"/>
              </a:spcBef>
              <a:spcAft>
                <a:spcPts val="0"/>
              </a:spcAft>
              <a:buFont typeface="+mj-lt"/>
              <a:buNone/>
              <a:defRPr b="0">
                <a:solidFill>
                  <a:schemeClr val="bg1"/>
                </a:solidFill>
              </a:defRPr>
            </a:lvl3pPr>
            <a:lvl4pPr marL="0" indent="0">
              <a:spcBef>
                <a:spcPts val="0"/>
              </a:spcBef>
              <a:spcAft>
                <a:spcPts val="0"/>
              </a:spcAft>
              <a:buFont typeface="+mj-lt"/>
              <a:buNone/>
              <a:defRPr b="0">
                <a:solidFill>
                  <a:schemeClr val="bg1"/>
                </a:solidFill>
              </a:defRPr>
            </a:lvl4pPr>
            <a:lvl5pPr marL="0" indent="0">
              <a:spcBef>
                <a:spcPts val="0"/>
              </a:spcBef>
              <a:spcAft>
                <a:spcPts val="0"/>
              </a:spcAft>
              <a:buFont typeface="+mj-lt"/>
              <a:buNone/>
              <a:defRPr b="0">
                <a:solidFill>
                  <a:schemeClr val="bg1"/>
                </a:solidFill>
              </a:defRPr>
            </a:lvl5pPr>
            <a:lvl6pPr marL="0" indent="0">
              <a:spcBef>
                <a:spcPts val="0"/>
              </a:spcBef>
              <a:spcAft>
                <a:spcPts val="0"/>
              </a:spcAft>
              <a:buFont typeface="+mj-lt"/>
              <a:buNone/>
              <a:defRPr b="0">
                <a:solidFill>
                  <a:schemeClr val="bg1"/>
                </a:solidFill>
              </a:defRPr>
            </a:lvl6pPr>
            <a:lvl7pPr marL="0" indent="0">
              <a:spcBef>
                <a:spcPts val="0"/>
              </a:spcBef>
              <a:spcAft>
                <a:spcPts val="0"/>
              </a:spcAft>
              <a:buFont typeface="+mj-lt"/>
              <a:buNone/>
              <a:defRPr b="0">
                <a:solidFill>
                  <a:schemeClr val="bg1"/>
                </a:solidFill>
              </a:defRPr>
            </a:lvl7pPr>
            <a:lvl8pPr marL="0" indent="0">
              <a:spcBef>
                <a:spcPts val="0"/>
              </a:spcBef>
              <a:spcAft>
                <a:spcPts val="0"/>
              </a:spcAft>
              <a:buFont typeface="+mj-lt"/>
              <a:buNone/>
              <a:defRPr b="0">
                <a:solidFill>
                  <a:schemeClr val="bg1"/>
                </a:solidFill>
              </a:defRPr>
            </a:lvl8pPr>
            <a:lvl9pPr marL="0" indent="0">
              <a:spcBef>
                <a:spcPts val="0"/>
              </a:spcBef>
              <a:spcAft>
                <a:spcPts val="0"/>
              </a:spcAft>
              <a:buFont typeface="+mj-lt"/>
              <a:buNone/>
              <a:defRPr b="0">
                <a:solidFill>
                  <a:schemeClr val="bg1"/>
                </a:solidFill>
              </a:defRPr>
            </a:lvl9pPr>
          </a:lstStyle>
          <a:p>
            <a:pPr lvl="0"/>
            <a:r>
              <a:rPr lang="de-DE"/>
              <a:t>Mastertextformat bearbeiten
Zweite Ebene
Dritte Ebene
Vierte Ebene
Fünfte Ebene</a:t>
            </a:r>
            <a:endParaRPr lang="de-DE" dirty="0"/>
          </a:p>
        </p:txBody>
      </p:sp>
      <p:sp>
        <p:nvSpPr>
          <p:cNvPr id="4" name="Datumsplatzhalter 3">
            <a:extLst>
              <a:ext uri="{FF2B5EF4-FFF2-40B4-BE49-F238E27FC236}">
                <a16:creationId xmlns:a16="http://schemas.microsoft.com/office/drawing/2014/main" id="{1E9413C9-41C0-4118-88C9-422A5DE23C54}"/>
              </a:ext>
            </a:extLst>
          </p:cNvPr>
          <p:cNvSpPr>
            <a:spLocks noGrp="1"/>
          </p:cNvSpPr>
          <p:nvPr>
            <p:ph type="dt" sz="half" idx="10"/>
          </p:nvPr>
        </p:nvSpPr>
        <p:spPr/>
        <p:txBody>
          <a:bodyPr/>
          <a:lstStyle/>
          <a:p>
            <a:fld id="{27695F83-D1A7-474A-9018-D90436E0FA92}" type="datetime4">
              <a:rPr lang="de-DE" smtClean="0"/>
              <a:t>5. März 2024</a:t>
            </a:fld>
            <a:endParaRPr lang="de-DE"/>
          </a:p>
        </p:txBody>
      </p:sp>
      <p:sp>
        <p:nvSpPr>
          <p:cNvPr id="5" name="Fußzeilenplatzhalter 4">
            <a:extLst>
              <a:ext uri="{FF2B5EF4-FFF2-40B4-BE49-F238E27FC236}">
                <a16:creationId xmlns:a16="http://schemas.microsoft.com/office/drawing/2014/main" id="{889B284C-D04C-476B-8F04-2A7AF1C95FB0}"/>
              </a:ext>
            </a:extLst>
          </p:cNvPr>
          <p:cNvSpPr>
            <a:spLocks noGrp="1"/>
          </p:cNvSpPr>
          <p:nvPr>
            <p:ph type="ftr" sz="quarter" idx="11"/>
          </p:nvPr>
        </p:nvSpPr>
        <p:spPr/>
        <p:txBody>
          <a:bodyPr/>
          <a:lstStyle/>
          <a:p>
            <a:r>
              <a:rPr lang="de-DE"/>
              <a:t>Titel der Präsentation</a:t>
            </a:r>
          </a:p>
        </p:txBody>
      </p:sp>
      <p:sp>
        <p:nvSpPr>
          <p:cNvPr id="6" name="Foliennummernplatzhalter 5">
            <a:extLst>
              <a:ext uri="{FF2B5EF4-FFF2-40B4-BE49-F238E27FC236}">
                <a16:creationId xmlns:a16="http://schemas.microsoft.com/office/drawing/2014/main" id="{C0CF60C3-89CB-46E0-AF81-A3E502C60B4F}"/>
              </a:ext>
            </a:extLst>
          </p:cNvPr>
          <p:cNvSpPr>
            <a:spLocks noGrp="1"/>
          </p:cNvSpPr>
          <p:nvPr>
            <p:ph type="sldNum" sz="quarter" idx="12"/>
          </p:nvPr>
        </p:nvSpPr>
        <p:spPr/>
        <p:txBody>
          <a:bodyPr/>
          <a:lstStyle/>
          <a:p>
            <a:fld id="{2155E1C8-C15B-4C47-AD9F-B8F50D129449}" type="slidenum">
              <a:rPr lang="de-DE" smtClean="0"/>
              <a:t>‹#›</a:t>
            </a:fld>
            <a:endParaRPr lang="de-DE"/>
          </a:p>
        </p:txBody>
      </p:sp>
      <p:grpSp>
        <p:nvGrpSpPr>
          <p:cNvPr id="7" name="Grafik 10">
            <a:extLst>
              <a:ext uri="{FF2B5EF4-FFF2-40B4-BE49-F238E27FC236}">
                <a16:creationId xmlns:a16="http://schemas.microsoft.com/office/drawing/2014/main" id="{9AF945A4-F1CC-41C6-A8D4-493FBAE3DBEE}"/>
              </a:ext>
            </a:extLst>
          </p:cNvPr>
          <p:cNvGrpSpPr/>
          <p:nvPr/>
        </p:nvGrpSpPr>
        <p:grpSpPr>
          <a:xfrm>
            <a:off x="-10800" y="0"/>
            <a:ext cx="12204000" cy="6864750"/>
            <a:chOff x="-10800" y="0"/>
            <a:chExt cx="12204000" cy="6864750"/>
          </a:xfrm>
        </p:grpSpPr>
        <p:sp>
          <p:nvSpPr>
            <p:cNvPr id="8" name="Freihandform: Form 7">
              <a:extLst>
                <a:ext uri="{FF2B5EF4-FFF2-40B4-BE49-F238E27FC236}">
                  <a16:creationId xmlns:a16="http://schemas.microsoft.com/office/drawing/2014/main" id="{DC4DB6EB-9D08-4E6D-B5CC-9F4DF03A8B14}"/>
                </a:ext>
              </a:extLst>
            </p:cNvPr>
            <p:cNvSpPr/>
            <p:nvPr/>
          </p:nvSpPr>
          <p:spPr>
            <a:xfrm>
              <a:off x="-9655" y="1801742"/>
              <a:ext cx="10164787" cy="4378312"/>
            </a:xfrm>
            <a:custGeom>
              <a:avLst/>
              <a:gdLst>
                <a:gd name="connsiteX0" fmla="*/ 127 w 10164787"/>
                <a:gd name="connsiteY0" fmla="*/ 0 h 4378312"/>
                <a:gd name="connsiteX1" fmla="*/ 0 w 10164787"/>
                <a:gd name="connsiteY1" fmla="*/ 636 h 4378312"/>
                <a:gd name="connsiteX2" fmla="*/ 0 w 10164787"/>
                <a:gd name="connsiteY2" fmla="*/ 4378313 h 4378312"/>
                <a:gd name="connsiteX3" fmla="*/ 8571276 w 10164787"/>
                <a:gd name="connsiteY3" fmla="*/ 4378313 h 4378312"/>
                <a:gd name="connsiteX4" fmla="*/ 10164788 w 10164787"/>
                <a:gd name="connsiteY4" fmla="*/ 0 h 4378312"/>
                <a:gd name="connsiteX5" fmla="*/ 127 w 10164787"/>
                <a:gd name="connsiteY5" fmla="*/ 0 h 437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64787" h="4378312">
                  <a:moveTo>
                    <a:pt x="127" y="0"/>
                  </a:moveTo>
                  <a:lnTo>
                    <a:pt x="0" y="636"/>
                  </a:lnTo>
                  <a:lnTo>
                    <a:pt x="0" y="4378313"/>
                  </a:lnTo>
                  <a:lnTo>
                    <a:pt x="8571276" y="4378313"/>
                  </a:lnTo>
                  <a:lnTo>
                    <a:pt x="10164788" y="0"/>
                  </a:lnTo>
                  <a:lnTo>
                    <a:pt x="127" y="0"/>
                  </a:lnTo>
                  <a:close/>
                </a:path>
              </a:pathLst>
            </a:custGeom>
            <a:solidFill>
              <a:srgbClr val="5F5B93"/>
            </a:solidFill>
            <a:ln w="12710" cap="flat">
              <a:noFill/>
              <a:prstDash val="solid"/>
              <a:miter/>
            </a:ln>
          </p:spPr>
          <p:txBody>
            <a:bodyPr rtlCol="0" anchor="ctr"/>
            <a:lstStyle/>
            <a:p>
              <a:endParaRPr lang="de-DE"/>
            </a:p>
          </p:txBody>
        </p:sp>
        <p:sp>
          <p:nvSpPr>
            <p:cNvPr id="9" name="Freihandform: Form 8">
              <a:extLst>
                <a:ext uri="{FF2B5EF4-FFF2-40B4-BE49-F238E27FC236}">
                  <a16:creationId xmlns:a16="http://schemas.microsoft.com/office/drawing/2014/main" id="{F2E51056-6BED-4D16-946A-76935F583158}"/>
                </a:ext>
              </a:extLst>
            </p:cNvPr>
            <p:cNvSpPr/>
            <p:nvPr/>
          </p:nvSpPr>
          <p:spPr>
            <a:xfrm>
              <a:off x="8824260" y="1293878"/>
              <a:ext cx="3371227" cy="4377168"/>
            </a:xfrm>
            <a:custGeom>
              <a:avLst/>
              <a:gdLst>
                <a:gd name="connsiteX0" fmla="*/ 3371228 w 3371227"/>
                <a:gd name="connsiteY0" fmla="*/ 0 h 4377168"/>
                <a:gd name="connsiteX1" fmla="*/ 1593131 w 3371227"/>
                <a:gd name="connsiteY1" fmla="*/ 0 h 4377168"/>
                <a:gd name="connsiteX2" fmla="*/ 0 w 3371227"/>
                <a:gd name="connsiteY2" fmla="*/ 4377168 h 4377168"/>
                <a:gd name="connsiteX3" fmla="*/ 3370338 w 3371227"/>
                <a:gd name="connsiteY3" fmla="*/ 4377168 h 4377168"/>
                <a:gd name="connsiteX4" fmla="*/ 3371228 w 3371227"/>
                <a:gd name="connsiteY4" fmla="*/ 4374753 h 4377168"/>
                <a:gd name="connsiteX5" fmla="*/ 3371228 w 3371227"/>
                <a:gd name="connsiteY5" fmla="*/ 0 h 437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71227" h="4377168">
                  <a:moveTo>
                    <a:pt x="3371228" y="0"/>
                  </a:moveTo>
                  <a:lnTo>
                    <a:pt x="1593131" y="0"/>
                  </a:lnTo>
                  <a:lnTo>
                    <a:pt x="0" y="4377168"/>
                  </a:lnTo>
                  <a:lnTo>
                    <a:pt x="3370338" y="4377168"/>
                  </a:lnTo>
                  <a:lnTo>
                    <a:pt x="3371228" y="4374753"/>
                  </a:lnTo>
                  <a:lnTo>
                    <a:pt x="3371228" y="0"/>
                  </a:lnTo>
                  <a:close/>
                </a:path>
              </a:pathLst>
            </a:custGeom>
            <a:solidFill>
              <a:srgbClr val="A78EC2"/>
            </a:solidFill>
            <a:ln w="12710" cap="flat">
              <a:noFill/>
              <a:prstDash val="solid"/>
              <a:miter/>
            </a:ln>
          </p:spPr>
          <p:txBody>
            <a:bodyPr rtlCol="0" anchor="ctr"/>
            <a:lstStyle/>
            <a:p>
              <a:endParaRPr lang="de-DE"/>
            </a:p>
          </p:txBody>
        </p:sp>
      </p:grpSp>
    </p:spTree>
    <p:extLst>
      <p:ext uri="{BB962C8B-B14F-4D97-AF65-F5344CB8AC3E}">
        <p14:creationId xmlns:p14="http://schemas.microsoft.com/office/powerpoint/2010/main" val="2987356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jpg"/><Relationship Id="rId5" Type="http://schemas.openxmlformats.org/officeDocument/2006/relationships/slideLayout" Target="../slideLayouts/slideLayout5.xml"/><Relationship Id="rId10"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DCCBDE3-A89C-4F87-BA54-A803CF585823}"/>
              </a:ext>
            </a:extLst>
          </p:cNvPr>
          <p:cNvSpPr>
            <a:spLocks noGrp="1"/>
          </p:cNvSpPr>
          <p:nvPr>
            <p:ph type="title"/>
          </p:nvPr>
        </p:nvSpPr>
        <p:spPr>
          <a:xfrm>
            <a:off x="551384" y="620792"/>
            <a:ext cx="11088000" cy="864000"/>
          </a:xfrm>
          <a:prstGeom prst="rect">
            <a:avLst/>
          </a:prstGeom>
        </p:spPr>
        <p:txBody>
          <a:bodyPr vert="horz" lIns="0" tIns="0" rIns="0" bIns="0" rtlCol="0" anchor="t" anchorCtr="0">
            <a:noAutofit/>
          </a:bodyPr>
          <a:lstStyle/>
          <a:p>
            <a:r>
              <a:rPr lang="de-DE" dirty="0"/>
              <a:t>Mastertitelformat bearbeiten</a:t>
            </a:r>
          </a:p>
        </p:txBody>
      </p:sp>
      <p:sp>
        <p:nvSpPr>
          <p:cNvPr id="3" name="Textplatzhalter 2">
            <a:extLst>
              <a:ext uri="{FF2B5EF4-FFF2-40B4-BE49-F238E27FC236}">
                <a16:creationId xmlns:a16="http://schemas.microsoft.com/office/drawing/2014/main" id="{02ED3204-B3CD-4DC4-9A86-021666AC93E5}"/>
              </a:ext>
            </a:extLst>
          </p:cNvPr>
          <p:cNvSpPr>
            <a:spLocks noGrp="1"/>
          </p:cNvSpPr>
          <p:nvPr>
            <p:ph type="body" idx="1"/>
          </p:nvPr>
        </p:nvSpPr>
        <p:spPr>
          <a:xfrm>
            <a:off x="551384" y="1701296"/>
            <a:ext cx="11088000" cy="4464000"/>
          </a:xfrm>
          <a:prstGeom prst="rect">
            <a:avLst/>
          </a:prstGeom>
        </p:spPr>
        <p:txBody>
          <a:bodyPr vert="horz" lIns="0" tIns="1800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6</a:t>
            </a:r>
          </a:p>
          <a:p>
            <a:pPr lvl="6"/>
            <a:r>
              <a:rPr lang="de-DE" dirty="0"/>
              <a:t>7</a:t>
            </a:r>
          </a:p>
          <a:p>
            <a:pPr lvl="7"/>
            <a:r>
              <a:rPr lang="de-DE" dirty="0"/>
              <a:t>8</a:t>
            </a:r>
          </a:p>
          <a:p>
            <a:pPr lvl="8"/>
            <a:r>
              <a:rPr lang="de-DE" dirty="0"/>
              <a:t>9</a:t>
            </a:r>
          </a:p>
        </p:txBody>
      </p:sp>
      <p:sp>
        <p:nvSpPr>
          <p:cNvPr id="4" name="Datumsplatzhalter 3">
            <a:extLst>
              <a:ext uri="{FF2B5EF4-FFF2-40B4-BE49-F238E27FC236}">
                <a16:creationId xmlns:a16="http://schemas.microsoft.com/office/drawing/2014/main" id="{FD4BC9EF-308F-413B-81E6-364977B5272A}"/>
              </a:ext>
            </a:extLst>
          </p:cNvPr>
          <p:cNvSpPr>
            <a:spLocks noGrp="1"/>
          </p:cNvSpPr>
          <p:nvPr>
            <p:ph type="dt" sz="half" idx="2"/>
          </p:nvPr>
        </p:nvSpPr>
        <p:spPr>
          <a:xfrm>
            <a:off x="9840416" y="6453352"/>
            <a:ext cx="1512000" cy="144000"/>
          </a:xfrm>
          <a:prstGeom prst="rect">
            <a:avLst/>
          </a:prstGeom>
        </p:spPr>
        <p:txBody>
          <a:bodyPr vert="horz" lIns="0" tIns="43200" rIns="0" bIns="0" rtlCol="0" anchor="t" anchorCtr="0"/>
          <a:lstStyle>
            <a:lvl1pPr algn="ctr">
              <a:defRPr sz="800">
                <a:solidFill>
                  <a:schemeClr val="tx1">
                    <a:tint val="75000"/>
                  </a:schemeClr>
                </a:solidFill>
              </a:defRPr>
            </a:lvl1pPr>
          </a:lstStyle>
          <a:p>
            <a:fld id="{D0A408A7-43CF-4F62-A1B6-FDAD847F1A5E}" type="datetime4">
              <a:rPr lang="de-DE" smtClean="0"/>
              <a:t>5. März 2024</a:t>
            </a:fld>
            <a:endParaRPr lang="de-DE" dirty="0"/>
          </a:p>
        </p:txBody>
      </p:sp>
      <p:sp>
        <p:nvSpPr>
          <p:cNvPr id="5" name="Fußzeilenplatzhalter 4">
            <a:extLst>
              <a:ext uri="{FF2B5EF4-FFF2-40B4-BE49-F238E27FC236}">
                <a16:creationId xmlns:a16="http://schemas.microsoft.com/office/drawing/2014/main" id="{4DE0AFB5-0220-4FCE-9BC1-51EDC3697A74}"/>
              </a:ext>
            </a:extLst>
          </p:cNvPr>
          <p:cNvSpPr>
            <a:spLocks noGrp="1"/>
          </p:cNvSpPr>
          <p:nvPr>
            <p:ph type="ftr" sz="quarter" idx="3"/>
          </p:nvPr>
        </p:nvSpPr>
        <p:spPr>
          <a:xfrm>
            <a:off x="5375920" y="6453336"/>
            <a:ext cx="4320000" cy="144000"/>
          </a:xfrm>
          <a:prstGeom prst="rect">
            <a:avLst/>
          </a:prstGeom>
        </p:spPr>
        <p:txBody>
          <a:bodyPr vert="horz" lIns="0" tIns="43200" rIns="14400" bIns="0" rtlCol="0" anchor="t" anchorCtr="0"/>
          <a:lstStyle>
            <a:lvl1pPr algn="r">
              <a:defRPr sz="800">
                <a:solidFill>
                  <a:schemeClr val="tx1">
                    <a:tint val="75000"/>
                  </a:schemeClr>
                </a:solidFill>
              </a:defRPr>
            </a:lvl1pPr>
          </a:lstStyle>
          <a:p>
            <a:r>
              <a:rPr lang="de-DE"/>
              <a:t>Titel der Präsentation</a:t>
            </a:r>
            <a:endParaRPr lang="de-DE" dirty="0"/>
          </a:p>
        </p:txBody>
      </p:sp>
      <p:sp>
        <p:nvSpPr>
          <p:cNvPr id="6" name="Foliennummernplatzhalter 5">
            <a:extLst>
              <a:ext uri="{FF2B5EF4-FFF2-40B4-BE49-F238E27FC236}">
                <a16:creationId xmlns:a16="http://schemas.microsoft.com/office/drawing/2014/main" id="{50540230-7E52-434A-946B-79F9C81069CD}"/>
              </a:ext>
            </a:extLst>
          </p:cNvPr>
          <p:cNvSpPr>
            <a:spLocks noGrp="1"/>
          </p:cNvSpPr>
          <p:nvPr>
            <p:ph type="sldNum" sz="quarter" idx="4"/>
          </p:nvPr>
        </p:nvSpPr>
        <p:spPr>
          <a:xfrm>
            <a:off x="11352584" y="6453336"/>
            <a:ext cx="289248" cy="144000"/>
          </a:xfrm>
          <a:prstGeom prst="rect">
            <a:avLst/>
          </a:prstGeom>
        </p:spPr>
        <p:txBody>
          <a:bodyPr vert="horz" lIns="0" tIns="7200" rIns="0" bIns="0" rtlCol="0" anchor="t" anchorCtr="0"/>
          <a:lstStyle>
            <a:lvl1pPr algn="r">
              <a:defRPr sz="1100">
                <a:solidFill>
                  <a:schemeClr val="tx1">
                    <a:tint val="75000"/>
                  </a:schemeClr>
                </a:solidFill>
              </a:defRPr>
            </a:lvl1pPr>
          </a:lstStyle>
          <a:p>
            <a:fld id="{2155E1C8-C15B-4C47-AD9F-B8F50D129449}" type="slidenum">
              <a:rPr lang="de-DE" smtClean="0"/>
              <a:pPr/>
              <a:t>‹#›</a:t>
            </a:fld>
            <a:endParaRPr lang="de-DE" dirty="0"/>
          </a:p>
        </p:txBody>
      </p:sp>
      <p:pic>
        <p:nvPicPr>
          <p:cNvPr id="14" name="Grafik 13">
            <a:extLst>
              <a:ext uri="{FF2B5EF4-FFF2-40B4-BE49-F238E27FC236}">
                <a16:creationId xmlns:a16="http://schemas.microsoft.com/office/drawing/2014/main" id="{A079685E-F268-43A6-900F-8FE9E297B579}"/>
              </a:ext>
            </a:extLst>
          </p:cNvPr>
          <p:cNvPicPr>
            <a:picLocks noChangeAspect="1"/>
          </p:cNvPicPr>
          <p:nvPr userDrawn="1"/>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75635" y="6277045"/>
            <a:ext cx="383407" cy="396000"/>
          </a:xfrm>
          <a:prstGeom prst="rect">
            <a:avLst/>
          </a:prstGeom>
        </p:spPr>
      </p:pic>
      <p:sp>
        <p:nvSpPr>
          <p:cNvPr id="7" name="Parallelogramm 6">
            <a:extLst>
              <a:ext uri="{FF2B5EF4-FFF2-40B4-BE49-F238E27FC236}">
                <a16:creationId xmlns:a16="http://schemas.microsoft.com/office/drawing/2014/main" id="{3925A3B8-758F-47EE-A4DA-C38EC940F536}"/>
              </a:ext>
            </a:extLst>
          </p:cNvPr>
          <p:cNvSpPr/>
          <p:nvPr userDrawn="1"/>
        </p:nvSpPr>
        <p:spPr>
          <a:xfrm>
            <a:off x="883443" y="6267450"/>
            <a:ext cx="171451" cy="404813"/>
          </a:xfrm>
          <a:prstGeom prst="parallelogram">
            <a:avLst>
              <a:gd name="adj" fmla="val 86333"/>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a:extLst>
              <a:ext uri="{FF2B5EF4-FFF2-40B4-BE49-F238E27FC236}">
                <a16:creationId xmlns:a16="http://schemas.microsoft.com/office/drawing/2014/main" id="{14521501-2635-4A48-B3B6-2C3A3308BCE0}"/>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853200" y="6278400"/>
            <a:ext cx="225286" cy="396000"/>
          </a:xfrm>
          <a:prstGeom prst="rect">
            <a:avLst/>
          </a:prstGeom>
        </p:spPr>
      </p:pic>
      <p:pic>
        <p:nvPicPr>
          <p:cNvPr id="9" name="Picture 8">
            <a:extLst>
              <a:ext uri="{FF2B5EF4-FFF2-40B4-BE49-F238E27FC236}">
                <a16:creationId xmlns:a16="http://schemas.microsoft.com/office/drawing/2014/main" id="{C78FB49A-E1BE-478B-14E9-8F3A9E66FD45}"/>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041450" y="6294486"/>
            <a:ext cx="561184" cy="350740"/>
          </a:xfrm>
          <a:prstGeom prst="rect">
            <a:avLst/>
          </a:prstGeom>
        </p:spPr>
      </p:pic>
    </p:spTree>
    <p:extLst>
      <p:ext uri="{BB962C8B-B14F-4D97-AF65-F5344CB8AC3E}">
        <p14:creationId xmlns:p14="http://schemas.microsoft.com/office/powerpoint/2010/main" val="2513343905"/>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50" r:id="rId3"/>
    <p:sldLayoutId id="2147483651" r:id="rId4"/>
    <p:sldLayoutId id="2147483662" r:id="rId5"/>
    <p:sldLayoutId id="2147483675" r:id="rId6"/>
    <p:sldLayoutId id="2147483678" r:id="rId7"/>
  </p:sldLayoutIdLst>
  <p:hf hdr="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0" indent="0" algn="l" defTabSz="914400" rtl="0" eaLnBrk="1" latinLnBrk="0" hangingPunct="1">
        <a:lnSpc>
          <a:spcPct val="117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914400" rtl="0" eaLnBrk="1" latinLnBrk="0" hangingPunct="1">
        <a:lnSpc>
          <a:spcPct val="117000"/>
        </a:lnSpc>
        <a:spcBef>
          <a:spcPts val="1400"/>
        </a:spcBef>
        <a:spcAft>
          <a:spcPts val="1200"/>
        </a:spcAft>
        <a:buFont typeface="Arial" panose="020B0604020202020204" pitchFamily="34" charset="0"/>
        <a:buNone/>
        <a:defRPr sz="2000" b="1" kern="1200">
          <a:solidFill>
            <a:schemeClr val="accent5"/>
          </a:solidFill>
          <a:latin typeface="+mn-lt"/>
          <a:ea typeface="+mn-ea"/>
          <a:cs typeface="+mn-cs"/>
        </a:defRPr>
      </a:lvl2pPr>
      <a:lvl3pPr marL="252000" indent="-252000" algn="l" defTabSz="914400" rtl="0" eaLnBrk="1" latinLnBrk="0" hangingPunct="1">
        <a:lnSpc>
          <a:spcPct val="117000"/>
        </a:lnSpc>
        <a:spcBef>
          <a:spcPts val="0"/>
        </a:spcBef>
        <a:spcAft>
          <a:spcPts val="0"/>
        </a:spcAft>
        <a:buClr>
          <a:schemeClr val="accent5"/>
        </a:buClr>
        <a:buFont typeface="+mj-lt"/>
        <a:buAutoNum type="arabicPeriod"/>
        <a:defRPr sz="2000" kern="1200">
          <a:solidFill>
            <a:schemeClr val="tx1"/>
          </a:solidFill>
          <a:latin typeface="+mn-lt"/>
          <a:ea typeface="+mn-ea"/>
          <a:cs typeface="+mn-cs"/>
        </a:defRPr>
      </a:lvl3pPr>
      <a:lvl4pPr marL="252000" indent="-216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2000" kern="1200">
          <a:solidFill>
            <a:schemeClr val="tx1"/>
          </a:solidFill>
          <a:latin typeface="+mn-lt"/>
          <a:ea typeface="+mn-ea"/>
          <a:cs typeface="+mn-cs"/>
        </a:defRPr>
      </a:lvl4pPr>
      <a:lvl5pPr marL="432000" indent="-180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1800" kern="1200">
          <a:solidFill>
            <a:schemeClr val="tx1"/>
          </a:solidFill>
          <a:latin typeface="+mn-lt"/>
          <a:ea typeface="+mn-ea"/>
          <a:cs typeface="+mn-cs"/>
        </a:defRPr>
      </a:lvl5pPr>
      <a:lvl6pPr marL="612000" indent="-180000" algn="l" defTabSz="914400" rtl="0" eaLnBrk="1" latinLnBrk="0" hangingPunct="1">
        <a:lnSpc>
          <a:spcPct val="117000"/>
        </a:lnSpc>
        <a:spcBef>
          <a:spcPts val="0"/>
        </a:spcBef>
        <a:spcAft>
          <a:spcPts val="0"/>
        </a:spcAft>
        <a:buClr>
          <a:schemeClr val="accent5"/>
        </a:buClr>
        <a:buFont typeface="Calibri" panose="020F0502020204030204" pitchFamily="34" charset="0"/>
        <a:buChar char="•"/>
        <a:defRPr sz="1600" kern="1200">
          <a:solidFill>
            <a:schemeClr val="tx1"/>
          </a:solidFill>
          <a:latin typeface="+mn-lt"/>
          <a:ea typeface="+mn-ea"/>
          <a:cs typeface="+mn-cs"/>
        </a:defRPr>
      </a:lvl6pPr>
      <a:lvl7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17000"/>
        </a:lnSpc>
        <a:spcBef>
          <a:spcPts val="0"/>
        </a:spcBef>
        <a:buFont typeface="Arial" panose="020B0604020202020204" pitchFamily="34" charset="0"/>
        <a:buNone/>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6.xml"/><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15.jpg"/><Relationship Id="rId2" Type="http://schemas.openxmlformats.org/officeDocument/2006/relationships/image" Target="../media/image10.jpg"/><Relationship Id="rId1" Type="http://schemas.openxmlformats.org/officeDocument/2006/relationships/slideLayout" Target="../slideLayouts/slideLayout6.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image" Target="../media/image12.jpg"/></Relationships>
</file>

<file path=ppt/slides/_rels/slide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6.xml"/><Relationship Id="rId5" Type="http://schemas.openxmlformats.org/officeDocument/2006/relationships/image" Target="../media/image19.jpg"/><Relationship Id="rId4" Type="http://schemas.openxmlformats.org/officeDocument/2006/relationships/image" Target="../media/image18.jpg"/></Relationships>
</file>

<file path=ppt/slides/_rels/slide6.xml.rels><?xml version="1.0" encoding="UTF-8" standalone="yes"?>
<Relationships xmlns="http://schemas.openxmlformats.org/package/2006/relationships"><Relationship Id="rId3" Type="http://schemas.openxmlformats.org/officeDocument/2006/relationships/image" Target="../media/image21.jpg"/><Relationship Id="rId7" Type="http://schemas.openxmlformats.org/officeDocument/2006/relationships/image" Target="../media/image25.jpg"/><Relationship Id="rId2" Type="http://schemas.openxmlformats.org/officeDocument/2006/relationships/image" Target="../media/image20.jpg"/><Relationship Id="rId1" Type="http://schemas.openxmlformats.org/officeDocument/2006/relationships/slideLayout" Target="../slideLayouts/slideLayout6.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jpg"/></Relationships>
</file>

<file path=ppt/slides/_rels/slide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6.xml"/><Relationship Id="rId4" Type="http://schemas.openxmlformats.org/officeDocument/2006/relationships/image" Target="../media/image28.jpg"/></Relationships>
</file>

<file path=ppt/slides/_rels/slide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6.xml"/><Relationship Id="rId4" Type="http://schemas.openxmlformats.org/officeDocument/2006/relationships/image" Target="../media/image31.jpg"/></Relationships>
</file>

<file path=ppt/slides/_rels/slide9.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6.xml"/><Relationship Id="rId4" Type="http://schemas.openxmlformats.org/officeDocument/2006/relationships/image" Target="../media/image34.jpg"/></Relationships>
</file>

<file path=ppt/slides/_rels/slide10.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6.xml"/><Relationship Id="rId4" Type="http://schemas.openxmlformats.org/officeDocument/2006/relationships/image" Target="../media/image37.jpg"/></Relationships>
</file>

<file path=ppt/slides/_rels/slide11.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g"/><Relationship Id="rId1" Type="http://schemas.openxmlformats.org/officeDocument/2006/relationships/slideLayout" Target="../slideLayouts/slideLayout6.xml"/><Relationship Id="rId4" Type="http://schemas.openxmlformats.org/officeDocument/2006/relationships/image" Target="../media/image40.jpg"/></Relationships>
</file>

<file path=ppt/slides/_rels/slide12.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jpg"/><Relationship Id="rId1" Type="http://schemas.openxmlformats.org/officeDocument/2006/relationships/slideLayout" Target="../slideLayouts/slideLayout6.xml"/><Relationship Id="rId4" Type="http://schemas.openxmlformats.org/officeDocument/2006/relationships/image" Target="../media/image4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E1017A5A-4CE3-4E95-A677-8C6C604D2688}"/>
              </a:ext>
            </a:extLst>
          </p:cNvPr>
          <p:cNvSpPr>
            <a:spLocks noGrp="1"/>
          </p:cNvSpPr>
          <p:nvPr>
            <p:ph type="dt" sz="half" idx="10"/>
          </p:nvPr>
        </p:nvSpPr>
        <p:spPr/>
        <p:txBody>
          <a:bodyPr/>
          <a:lstStyle/>
          <a:p>
            <a:r>
              <a:rPr lang="de-DE" dirty="0"/>
              <a:t>13 March 2024</a:t>
            </a:r>
          </a:p>
        </p:txBody>
      </p:sp>
      <p:sp>
        <p:nvSpPr>
          <p:cNvPr id="14" name="Textplatzhalter 13">
            <a:extLst>
              <a:ext uri="{FF2B5EF4-FFF2-40B4-BE49-F238E27FC236}">
                <a16:creationId xmlns:a16="http://schemas.microsoft.com/office/drawing/2014/main" id="{4948CA2B-9F6A-4377-869B-4AFD9F4CDF58}"/>
              </a:ext>
            </a:extLst>
          </p:cNvPr>
          <p:cNvSpPr>
            <a:spLocks noGrp="1"/>
          </p:cNvSpPr>
          <p:nvPr>
            <p:ph type="body" sz="quarter" idx="14"/>
          </p:nvPr>
        </p:nvSpPr>
        <p:spPr/>
        <p:txBody>
          <a:bodyPr/>
          <a:lstStyle/>
          <a:p>
            <a:r>
              <a:rPr lang="de-DE" dirty="0"/>
              <a:t>Structural Health Monitoring</a:t>
            </a:r>
          </a:p>
        </p:txBody>
      </p:sp>
      <p:sp>
        <p:nvSpPr>
          <p:cNvPr id="6" name="Title 5">
            <a:extLst>
              <a:ext uri="{FF2B5EF4-FFF2-40B4-BE49-F238E27FC236}">
                <a16:creationId xmlns:a16="http://schemas.microsoft.com/office/drawing/2014/main" id="{CA7BADC9-CB0A-861A-0056-6F8C914612A2}"/>
              </a:ext>
            </a:extLst>
          </p:cNvPr>
          <p:cNvSpPr>
            <a:spLocks noGrp="1"/>
          </p:cNvSpPr>
          <p:nvPr>
            <p:ph type="ctrTitle"/>
          </p:nvPr>
        </p:nvSpPr>
        <p:spPr>
          <a:xfrm>
            <a:off x="407368" y="2204864"/>
            <a:ext cx="6130520" cy="1512016"/>
          </a:xfrm>
          <a:ln>
            <a:solidFill>
              <a:schemeClr val="bg1"/>
            </a:solidFill>
          </a:ln>
        </p:spPr>
        <p:txBody>
          <a:bodyPr/>
          <a:lstStyle/>
          <a:p>
            <a:pPr algn="ctr"/>
            <a:r>
              <a:rPr lang="en-US" dirty="0"/>
              <a:t>Damage Detection of Bearings</a:t>
            </a:r>
          </a:p>
        </p:txBody>
      </p:sp>
      <p:sp>
        <p:nvSpPr>
          <p:cNvPr id="8" name="Subtitle 7">
            <a:extLst>
              <a:ext uri="{FF2B5EF4-FFF2-40B4-BE49-F238E27FC236}">
                <a16:creationId xmlns:a16="http://schemas.microsoft.com/office/drawing/2014/main" id="{E58A35DC-389F-318C-F9BA-9A78123D6A09}"/>
              </a:ext>
            </a:extLst>
          </p:cNvPr>
          <p:cNvSpPr>
            <a:spLocks noGrp="1"/>
          </p:cNvSpPr>
          <p:nvPr>
            <p:ph type="subTitle" idx="1"/>
          </p:nvPr>
        </p:nvSpPr>
        <p:spPr>
          <a:xfrm>
            <a:off x="6537888" y="3213334"/>
            <a:ext cx="5544000" cy="1655762"/>
          </a:xfrm>
        </p:spPr>
        <p:txBody>
          <a:bodyPr/>
          <a:lstStyle/>
          <a:p>
            <a:pPr algn="r"/>
            <a:r>
              <a:rPr lang="en-US" dirty="0">
                <a:solidFill>
                  <a:schemeClr val="bg2">
                    <a:lumMod val="25000"/>
                  </a:schemeClr>
                </a:solidFill>
              </a:rPr>
              <a:t>Done by</a:t>
            </a:r>
          </a:p>
          <a:p>
            <a:pPr algn="r"/>
            <a:r>
              <a:rPr lang="en-US" dirty="0"/>
              <a:t>Guru Prasaath Pushparaj</a:t>
            </a:r>
          </a:p>
          <a:p>
            <a:pPr algn="r"/>
            <a:r>
              <a:rPr lang="en-US" dirty="0">
                <a:solidFill>
                  <a:schemeClr val="bg2">
                    <a:lumMod val="25000"/>
                  </a:schemeClr>
                </a:solidFill>
              </a:rPr>
              <a:t>Matri.no </a:t>
            </a:r>
            <a:r>
              <a:rPr lang="en-US" dirty="0"/>
              <a:t>: 1702033</a:t>
            </a:r>
          </a:p>
          <a:p>
            <a:pPr algn="r"/>
            <a:r>
              <a:rPr lang="en-US" dirty="0"/>
              <a:t>guru.pushparaj@student.uni-siegen.de</a:t>
            </a:r>
          </a:p>
          <a:p>
            <a:pPr algn="r"/>
            <a:r>
              <a:rPr lang="en-US" dirty="0">
                <a:solidFill>
                  <a:schemeClr val="bg2">
                    <a:lumMod val="25000"/>
                  </a:schemeClr>
                </a:solidFill>
              </a:rPr>
              <a:t>Data set used: </a:t>
            </a:r>
            <a:r>
              <a:rPr lang="en-US" dirty="0"/>
              <a:t>ws2324_9</a:t>
            </a:r>
          </a:p>
          <a:p>
            <a:pPr algn="r"/>
            <a:r>
              <a:rPr lang="en-US" dirty="0">
                <a:solidFill>
                  <a:schemeClr val="bg2">
                    <a:lumMod val="25000"/>
                  </a:schemeClr>
                </a:solidFill>
              </a:rPr>
              <a:t>Password:</a:t>
            </a:r>
            <a:r>
              <a:rPr lang="en-US" dirty="0"/>
              <a:t> WS2324_951419</a:t>
            </a:r>
          </a:p>
          <a:p>
            <a:pPr algn="r"/>
            <a:r>
              <a:rPr lang="en-US" dirty="0"/>
              <a:t> </a:t>
            </a:r>
          </a:p>
          <a:p>
            <a:endParaRPr lang="en-US" dirty="0"/>
          </a:p>
          <a:p>
            <a:endParaRPr lang="en-US" dirty="0"/>
          </a:p>
        </p:txBody>
      </p:sp>
      <p:sp>
        <p:nvSpPr>
          <p:cNvPr id="12" name="TextBox 11">
            <a:extLst>
              <a:ext uri="{FF2B5EF4-FFF2-40B4-BE49-F238E27FC236}">
                <a16:creationId xmlns:a16="http://schemas.microsoft.com/office/drawing/2014/main" id="{5AC572C4-7A34-2892-8BDE-CAC7A48FA059}"/>
              </a:ext>
            </a:extLst>
          </p:cNvPr>
          <p:cNvSpPr txBox="1"/>
          <p:nvPr/>
        </p:nvSpPr>
        <p:spPr>
          <a:xfrm>
            <a:off x="2128382" y="4222765"/>
            <a:ext cx="2688493" cy="646331"/>
          </a:xfrm>
          <a:prstGeom prst="rect">
            <a:avLst/>
          </a:prstGeom>
          <a:noFill/>
        </p:spPr>
        <p:txBody>
          <a:bodyPr wrap="none" rtlCol="0">
            <a:spAutoFit/>
          </a:bodyPr>
          <a:lstStyle/>
          <a:p>
            <a:pPr algn="ctr"/>
            <a:r>
              <a:rPr lang="en-US" dirty="0">
                <a:solidFill>
                  <a:schemeClr val="bg1"/>
                </a:solidFill>
              </a:rPr>
              <a:t>Condition Monitoring </a:t>
            </a:r>
          </a:p>
          <a:p>
            <a:pPr algn="ctr"/>
            <a:r>
              <a:rPr lang="en-US" dirty="0">
                <a:solidFill>
                  <a:schemeClr val="bg1"/>
                </a:solidFill>
              </a:rPr>
              <a:t>(Vibration Based methods)</a:t>
            </a:r>
          </a:p>
        </p:txBody>
      </p:sp>
    </p:spTree>
    <p:extLst>
      <p:ext uri="{BB962C8B-B14F-4D97-AF65-F5344CB8AC3E}">
        <p14:creationId xmlns:p14="http://schemas.microsoft.com/office/powerpoint/2010/main" val="432800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D14CF-CC07-E9B2-4B7E-0398AA875B79}"/>
            </a:ext>
          </a:extLst>
        </p:cNvPr>
        <p:cNvGrpSpPr/>
        <p:nvPr/>
      </p:nvGrpSpPr>
      <p:grpSpPr>
        <a:xfrm>
          <a:off x="0" y="0"/>
          <a:ext cx="0" cy="0"/>
          <a:chOff x="0" y="0"/>
          <a:chExt cx="0" cy="0"/>
        </a:xfrm>
      </p:grpSpPr>
      <p:sp>
        <p:nvSpPr>
          <p:cNvPr id="36" name="Titel 35">
            <a:extLst>
              <a:ext uri="{FF2B5EF4-FFF2-40B4-BE49-F238E27FC236}">
                <a16:creationId xmlns:a16="http://schemas.microsoft.com/office/drawing/2014/main" id="{36A294B2-232C-DAD7-0C90-57A4F07DE8A9}"/>
              </a:ext>
            </a:extLst>
          </p:cNvPr>
          <p:cNvSpPr>
            <a:spLocks noGrp="1"/>
          </p:cNvSpPr>
          <p:nvPr>
            <p:ph type="title"/>
          </p:nvPr>
        </p:nvSpPr>
        <p:spPr>
          <a:xfrm>
            <a:off x="435365" y="404664"/>
            <a:ext cx="11088000" cy="864000"/>
          </a:xfrm>
        </p:spPr>
        <p:txBody>
          <a:bodyPr/>
          <a:lstStyle/>
          <a:p>
            <a:r>
              <a:rPr lang="de-DE" u="sng" dirty="0"/>
              <a:t>Project objective and Steps involved:</a:t>
            </a:r>
          </a:p>
        </p:txBody>
      </p:sp>
      <p:sp>
        <p:nvSpPr>
          <p:cNvPr id="3" name="Datumsplatzhalter 2">
            <a:extLst>
              <a:ext uri="{FF2B5EF4-FFF2-40B4-BE49-F238E27FC236}">
                <a16:creationId xmlns:a16="http://schemas.microsoft.com/office/drawing/2014/main" id="{7A60DC66-E2A0-4F29-B680-74762D3A4323}"/>
              </a:ext>
            </a:extLst>
          </p:cNvPr>
          <p:cNvSpPr>
            <a:spLocks noGrp="1"/>
          </p:cNvSpPr>
          <p:nvPr>
            <p:ph type="dt" sz="half" idx="10"/>
          </p:nvPr>
        </p:nvSpPr>
        <p:spPr/>
        <p:txBody>
          <a:bodyPr/>
          <a:lstStyle/>
          <a:p>
            <a:r>
              <a:rPr lang="de-DE" dirty="0"/>
              <a:t>13 March 2024</a:t>
            </a:r>
          </a:p>
        </p:txBody>
      </p:sp>
      <p:sp>
        <p:nvSpPr>
          <p:cNvPr id="4" name="Fußzeilenplatzhalter 3">
            <a:extLst>
              <a:ext uri="{FF2B5EF4-FFF2-40B4-BE49-F238E27FC236}">
                <a16:creationId xmlns:a16="http://schemas.microsoft.com/office/drawing/2014/main" id="{2E74443C-B956-779C-006B-54025B562919}"/>
              </a:ext>
            </a:extLst>
          </p:cNvPr>
          <p:cNvSpPr>
            <a:spLocks noGrp="1"/>
          </p:cNvSpPr>
          <p:nvPr>
            <p:ph type="ftr" sz="quarter" idx="11"/>
          </p:nvPr>
        </p:nvSpPr>
        <p:spPr/>
        <p:txBody>
          <a:bodyPr/>
          <a:lstStyle/>
          <a:p>
            <a:r>
              <a:rPr lang="de-DE" dirty="0"/>
              <a:t>Damage detection of Bearings – Condition Monitoring (Vibration Based methods)</a:t>
            </a:r>
          </a:p>
        </p:txBody>
      </p:sp>
      <p:sp>
        <p:nvSpPr>
          <p:cNvPr id="5" name="Foliennummernplatzhalter 4">
            <a:extLst>
              <a:ext uri="{FF2B5EF4-FFF2-40B4-BE49-F238E27FC236}">
                <a16:creationId xmlns:a16="http://schemas.microsoft.com/office/drawing/2014/main" id="{658D122F-CC27-92C1-2F3E-90D1A5D3C8C5}"/>
              </a:ext>
            </a:extLst>
          </p:cNvPr>
          <p:cNvSpPr>
            <a:spLocks noGrp="1"/>
          </p:cNvSpPr>
          <p:nvPr>
            <p:ph type="sldNum" sz="quarter" idx="12"/>
          </p:nvPr>
        </p:nvSpPr>
        <p:spPr/>
        <p:txBody>
          <a:bodyPr/>
          <a:lstStyle/>
          <a:p>
            <a:fld id="{2155E1C8-C15B-4C47-AD9F-B8F50D129449}" type="slidenum">
              <a:rPr lang="de-DE" smtClean="0"/>
              <a:pPr/>
              <a:t>2</a:t>
            </a:fld>
            <a:endParaRPr lang="de-DE"/>
          </a:p>
        </p:txBody>
      </p:sp>
      <p:sp>
        <p:nvSpPr>
          <p:cNvPr id="20" name="TextBox 19">
            <a:extLst>
              <a:ext uri="{FF2B5EF4-FFF2-40B4-BE49-F238E27FC236}">
                <a16:creationId xmlns:a16="http://schemas.microsoft.com/office/drawing/2014/main" id="{13D39BE0-8FFC-70A9-24DD-C9B47BFAD9E6}"/>
              </a:ext>
            </a:extLst>
          </p:cNvPr>
          <p:cNvSpPr txBox="1"/>
          <p:nvPr/>
        </p:nvSpPr>
        <p:spPr>
          <a:xfrm>
            <a:off x="435365" y="980728"/>
            <a:ext cx="1155573" cy="369332"/>
          </a:xfrm>
          <a:prstGeom prst="rect">
            <a:avLst/>
          </a:prstGeom>
          <a:noFill/>
        </p:spPr>
        <p:txBody>
          <a:bodyPr wrap="none" rtlCol="0">
            <a:spAutoFit/>
          </a:bodyPr>
          <a:lstStyle/>
          <a:p>
            <a:r>
              <a:rPr lang="en-US" b="1" dirty="0"/>
              <a:t>Objective</a:t>
            </a:r>
            <a:r>
              <a:rPr lang="en-US" dirty="0"/>
              <a:t>:</a:t>
            </a:r>
          </a:p>
        </p:txBody>
      </p:sp>
      <p:sp>
        <p:nvSpPr>
          <p:cNvPr id="21" name="TextBox 20">
            <a:extLst>
              <a:ext uri="{FF2B5EF4-FFF2-40B4-BE49-F238E27FC236}">
                <a16:creationId xmlns:a16="http://schemas.microsoft.com/office/drawing/2014/main" id="{2F7F382F-3E0F-C8CC-0C55-591D677134E4}"/>
              </a:ext>
            </a:extLst>
          </p:cNvPr>
          <p:cNvSpPr txBox="1"/>
          <p:nvPr/>
        </p:nvSpPr>
        <p:spPr>
          <a:xfrm>
            <a:off x="551385" y="1556792"/>
            <a:ext cx="11205250" cy="923330"/>
          </a:xfrm>
          <a:prstGeom prst="rect">
            <a:avLst/>
          </a:prstGeom>
          <a:noFill/>
        </p:spPr>
        <p:txBody>
          <a:bodyPr wrap="square" rtlCol="0">
            <a:spAutoFit/>
          </a:bodyPr>
          <a:lstStyle/>
          <a:p>
            <a:pPr marL="285750" indent="-285750" algn="just">
              <a:buFont typeface="Arial" panose="020B0604020202020204" pitchFamily="34" charset="0"/>
              <a:buChar char="•"/>
            </a:pPr>
            <a:r>
              <a:rPr lang="en-US" dirty="0"/>
              <a:t>Analyzing the signals given in the data set obtained from the bearing using sensor by various signal processing techniques taught in the lecture and exercise class.</a:t>
            </a:r>
          </a:p>
          <a:p>
            <a:pPr marL="285750" indent="-285750" algn="just">
              <a:buFont typeface="Arial" panose="020B0604020202020204" pitchFamily="34" charset="0"/>
              <a:buChar char="•"/>
            </a:pPr>
            <a:r>
              <a:rPr lang="en-US" dirty="0"/>
              <a:t>Identifying the type of damage occurred in the bearing by the above techniques used.</a:t>
            </a:r>
          </a:p>
        </p:txBody>
      </p:sp>
      <p:sp>
        <p:nvSpPr>
          <p:cNvPr id="24" name="TextBox 23">
            <a:extLst>
              <a:ext uri="{FF2B5EF4-FFF2-40B4-BE49-F238E27FC236}">
                <a16:creationId xmlns:a16="http://schemas.microsoft.com/office/drawing/2014/main" id="{4A5A6841-E18B-6130-6D01-F5BE25C3AAB4}"/>
              </a:ext>
            </a:extLst>
          </p:cNvPr>
          <p:cNvSpPr txBox="1"/>
          <p:nvPr/>
        </p:nvSpPr>
        <p:spPr>
          <a:xfrm>
            <a:off x="435365" y="2686854"/>
            <a:ext cx="762581" cy="369332"/>
          </a:xfrm>
          <a:prstGeom prst="rect">
            <a:avLst/>
          </a:prstGeom>
          <a:noFill/>
        </p:spPr>
        <p:txBody>
          <a:bodyPr wrap="none" rtlCol="0">
            <a:spAutoFit/>
          </a:bodyPr>
          <a:lstStyle/>
          <a:p>
            <a:r>
              <a:rPr lang="en-US" b="1" dirty="0"/>
              <a:t>Steps</a:t>
            </a:r>
            <a:r>
              <a:rPr lang="en-US" dirty="0"/>
              <a:t>:</a:t>
            </a:r>
          </a:p>
        </p:txBody>
      </p:sp>
      <p:sp>
        <p:nvSpPr>
          <p:cNvPr id="25" name="TextBox 24">
            <a:extLst>
              <a:ext uri="{FF2B5EF4-FFF2-40B4-BE49-F238E27FC236}">
                <a16:creationId xmlns:a16="http://schemas.microsoft.com/office/drawing/2014/main" id="{A12D6EA5-AD6A-CCEA-1046-6A324F6595B8}"/>
              </a:ext>
            </a:extLst>
          </p:cNvPr>
          <p:cNvSpPr txBox="1"/>
          <p:nvPr/>
        </p:nvSpPr>
        <p:spPr>
          <a:xfrm>
            <a:off x="673619" y="3046631"/>
            <a:ext cx="11083016" cy="2585323"/>
          </a:xfrm>
          <a:prstGeom prst="rect">
            <a:avLst/>
          </a:prstGeom>
          <a:noFill/>
        </p:spPr>
        <p:txBody>
          <a:bodyPr wrap="square" rtlCol="0">
            <a:spAutoFit/>
          </a:bodyPr>
          <a:lstStyle/>
          <a:p>
            <a:pPr marL="285750" indent="-285750" algn="just">
              <a:buFont typeface="Arial" panose="020B0604020202020204" pitchFamily="34" charset="0"/>
              <a:buChar char="•"/>
            </a:pPr>
            <a:r>
              <a:rPr lang="en-US" dirty="0"/>
              <a:t>Analyzing the signals in both Time and Frequency domain</a:t>
            </a:r>
          </a:p>
          <a:p>
            <a:pPr marL="285750" indent="-285750" algn="just">
              <a:buFont typeface="Arial" panose="020B0604020202020204" pitchFamily="34" charset="0"/>
              <a:buChar char="•"/>
            </a:pPr>
            <a:r>
              <a:rPr lang="en-US" dirty="0"/>
              <a:t>Statistical Features like mean, variance, standard deviation, kurtosis, skewness, probability density function, Cumulative density function, quantiles, etc. were found and plotted in the graphs.</a:t>
            </a:r>
          </a:p>
          <a:p>
            <a:pPr marL="285750" indent="-285750" algn="just">
              <a:buFont typeface="Arial" panose="020B0604020202020204" pitchFamily="34" charset="0"/>
              <a:buChar char="•"/>
            </a:pPr>
            <a:r>
              <a:rPr lang="en-US" dirty="0"/>
              <a:t>In Frequency domain the signals are Fourier transformed and their respective amplitude spectrum, welch curve and power spectral density were calculated and plotted.</a:t>
            </a:r>
          </a:p>
          <a:p>
            <a:pPr marL="285750" indent="-285750" algn="just">
              <a:buFont typeface="Arial" panose="020B0604020202020204" pitchFamily="34" charset="0"/>
              <a:buChar char="•"/>
            </a:pPr>
            <a:r>
              <a:rPr lang="en-US" dirty="0"/>
              <a:t>The method of windowing using various windows were applied and the signals are plotted.</a:t>
            </a:r>
          </a:p>
          <a:p>
            <a:pPr marL="285750" indent="-285750" algn="just">
              <a:buFont typeface="Arial" panose="020B0604020202020204" pitchFamily="34" charset="0"/>
              <a:buChar char="•"/>
            </a:pPr>
            <a:r>
              <a:rPr lang="en-US" dirty="0"/>
              <a:t>The Envelope spectrum of the signals were constructed using Hilbert transform and the PSD of the envelope was compared with the harmonics of the damaged frequencies to identify the type of damage occurred in the bearing.</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278575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77438-4E3B-CE0F-EB9D-45A78460D42F}"/>
            </a:ext>
          </a:extLst>
        </p:cNvPr>
        <p:cNvGrpSpPr/>
        <p:nvPr/>
      </p:nvGrpSpPr>
      <p:grpSpPr>
        <a:xfrm>
          <a:off x="0" y="0"/>
          <a:ext cx="0" cy="0"/>
          <a:chOff x="0" y="0"/>
          <a:chExt cx="0" cy="0"/>
        </a:xfrm>
      </p:grpSpPr>
      <p:sp>
        <p:nvSpPr>
          <p:cNvPr id="36" name="Titel 35">
            <a:extLst>
              <a:ext uri="{FF2B5EF4-FFF2-40B4-BE49-F238E27FC236}">
                <a16:creationId xmlns:a16="http://schemas.microsoft.com/office/drawing/2014/main" id="{72144155-940B-CA8E-770A-3D982D64820F}"/>
              </a:ext>
            </a:extLst>
          </p:cNvPr>
          <p:cNvSpPr>
            <a:spLocks noGrp="1"/>
          </p:cNvSpPr>
          <p:nvPr>
            <p:ph type="title"/>
          </p:nvPr>
        </p:nvSpPr>
        <p:spPr>
          <a:xfrm>
            <a:off x="435365" y="404664"/>
            <a:ext cx="11088000" cy="864000"/>
          </a:xfrm>
        </p:spPr>
        <p:txBody>
          <a:bodyPr/>
          <a:lstStyle/>
          <a:p>
            <a:r>
              <a:rPr lang="de-DE" u="sng" dirty="0"/>
              <a:t>Statistical Feature Analysis in Time domain:</a:t>
            </a:r>
          </a:p>
        </p:txBody>
      </p:sp>
      <p:sp>
        <p:nvSpPr>
          <p:cNvPr id="3" name="Datumsplatzhalter 2">
            <a:extLst>
              <a:ext uri="{FF2B5EF4-FFF2-40B4-BE49-F238E27FC236}">
                <a16:creationId xmlns:a16="http://schemas.microsoft.com/office/drawing/2014/main" id="{883412C3-9214-1DCC-E852-C1546A14FB55}"/>
              </a:ext>
            </a:extLst>
          </p:cNvPr>
          <p:cNvSpPr>
            <a:spLocks noGrp="1"/>
          </p:cNvSpPr>
          <p:nvPr>
            <p:ph type="dt" sz="half" idx="10"/>
          </p:nvPr>
        </p:nvSpPr>
        <p:spPr/>
        <p:txBody>
          <a:bodyPr/>
          <a:lstStyle/>
          <a:p>
            <a:r>
              <a:rPr lang="de-DE" dirty="0"/>
              <a:t>13 March 2024</a:t>
            </a:r>
          </a:p>
        </p:txBody>
      </p:sp>
      <p:sp>
        <p:nvSpPr>
          <p:cNvPr id="4" name="Fußzeilenplatzhalter 3">
            <a:extLst>
              <a:ext uri="{FF2B5EF4-FFF2-40B4-BE49-F238E27FC236}">
                <a16:creationId xmlns:a16="http://schemas.microsoft.com/office/drawing/2014/main" id="{086642B0-B416-6669-9678-56DDF51A7654}"/>
              </a:ext>
            </a:extLst>
          </p:cNvPr>
          <p:cNvSpPr>
            <a:spLocks noGrp="1"/>
          </p:cNvSpPr>
          <p:nvPr>
            <p:ph type="ftr" sz="quarter" idx="11"/>
          </p:nvPr>
        </p:nvSpPr>
        <p:spPr/>
        <p:txBody>
          <a:bodyPr/>
          <a:lstStyle/>
          <a:p>
            <a:r>
              <a:rPr lang="de-DE" dirty="0"/>
              <a:t>Damage detection of Bearings – Condition Monitoring (Vibration Based methods)</a:t>
            </a:r>
          </a:p>
        </p:txBody>
      </p:sp>
      <p:sp>
        <p:nvSpPr>
          <p:cNvPr id="5" name="Foliennummernplatzhalter 4">
            <a:extLst>
              <a:ext uri="{FF2B5EF4-FFF2-40B4-BE49-F238E27FC236}">
                <a16:creationId xmlns:a16="http://schemas.microsoft.com/office/drawing/2014/main" id="{6A7784E2-833D-2009-9B0D-439FE118E1F5}"/>
              </a:ext>
            </a:extLst>
          </p:cNvPr>
          <p:cNvSpPr>
            <a:spLocks noGrp="1"/>
          </p:cNvSpPr>
          <p:nvPr>
            <p:ph type="sldNum" sz="quarter" idx="12"/>
          </p:nvPr>
        </p:nvSpPr>
        <p:spPr/>
        <p:txBody>
          <a:bodyPr/>
          <a:lstStyle/>
          <a:p>
            <a:fld id="{2155E1C8-C15B-4C47-AD9F-B8F50D129449}" type="slidenum">
              <a:rPr lang="de-DE" smtClean="0"/>
              <a:pPr/>
              <a:t>3</a:t>
            </a:fld>
            <a:endParaRPr lang="de-DE"/>
          </a:p>
        </p:txBody>
      </p:sp>
      <p:pic>
        <p:nvPicPr>
          <p:cNvPr id="6" name="Picture 5">
            <a:extLst>
              <a:ext uri="{FF2B5EF4-FFF2-40B4-BE49-F238E27FC236}">
                <a16:creationId xmlns:a16="http://schemas.microsoft.com/office/drawing/2014/main" id="{1932A83E-F267-1CFB-6524-3F71A2EE53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336" y="980816"/>
            <a:ext cx="4117386" cy="3088040"/>
          </a:xfrm>
          <a:prstGeom prst="rect">
            <a:avLst/>
          </a:prstGeom>
        </p:spPr>
      </p:pic>
      <p:pic>
        <p:nvPicPr>
          <p:cNvPr id="8" name="Picture 7">
            <a:extLst>
              <a:ext uri="{FF2B5EF4-FFF2-40B4-BE49-F238E27FC236}">
                <a16:creationId xmlns:a16="http://schemas.microsoft.com/office/drawing/2014/main" id="{1C16030E-E6DF-AB86-B677-433864E6AE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7510" y="936065"/>
            <a:ext cx="4236722" cy="3177542"/>
          </a:xfrm>
          <a:prstGeom prst="rect">
            <a:avLst/>
          </a:prstGeom>
        </p:spPr>
      </p:pic>
      <p:pic>
        <p:nvPicPr>
          <p:cNvPr id="10" name="Picture 9">
            <a:extLst>
              <a:ext uri="{FF2B5EF4-FFF2-40B4-BE49-F238E27FC236}">
                <a16:creationId xmlns:a16="http://schemas.microsoft.com/office/drawing/2014/main" id="{7845D71C-ACFB-510C-D8C1-BD0B401675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35942" y="980816"/>
            <a:ext cx="4236722" cy="3177542"/>
          </a:xfrm>
          <a:prstGeom prst="rect">
            <a:avLst/>
          </a:prstGeom>
        </p:spPr>
      </p:pic>
      <p:graphicFrame>
        <p:nvGraphicFramePr>
          <p:cNvPr id="12" name="Table 11">
            <a:extLst>
              <a:ext uri="{FF2B5EF4-FFF2-40B4-BE49-F238E27FC236}">
                <a16:creationId xmlns:a16="http://schemas.microsoft.com/office/drawing/2014/main" id="{EA9E2CF6-0BE8-417E-3796-757626BA08E9}"/>
              </a:ext>
            </a:extLst>
          </p:cNvPr>
          <p:cNvGraphicFramePr>
            <a:graphicFrameLocks noGrp="1"/>
          </p:cNvGraphicFramePr>
          <p:nvPr>
            <p:extLst>
              <p:ext uri="{D42A27DB-BD31-4B8C-83A1-F6EECF244321}">
                <p14:modId xmlns:p14="http://schemas.microsoft.com/office/powerpoint/2010/main" val="3860992801"/>
              </p:ext>
            </p:extLst>
          </p:nvPr>
        </p:nvGraphicFramePr>
        <p:xfrm>
          <a:off x="510120" y="4286548"/>
          <a:ext cx="3425640" cy="1854200"/>
        </p:xfrm>
        <a:graphic>
          <a:graphicData uri="http://schemas.openxmlformats.org/drawingml/2006/table">
            <a:tbl>
              <a:tblPr firstRow="1" bandRow="1">
                <a:tableStyleId>{5C22544A-7EE6-4342-B048-85BDC9FD1C3A}</a:tableStyleId>
              </a:tblPr>
              <a:tblGrid>
                <a:gridCol w="856410">
                  <a:extLst>
                    <a:ext uri="{9D8B030D-6E8A-4147-A177-3AD203B41FA5}">
                      <a16:colId xmlns:a16="http://schemas.microsoft.com/office/drawing/2014/main" val="2405031585"/>
                    </a:ext>
                  </a:extLst>
                </a:gridCol>
                <a:gridCol w="769030">
                  <a:extLst>
                    <a:ext uri="{9D8B030D-6E8A-4147-A177-3AD203B41FA5}">
                      <a16:colId xmlns:a16="http://schemas.microsoft.com/office/drawing/2014/main" val="876940138"/>
                    </a:ext>
                  </a:extLst>
                </a:gridCol>
                <a:gridCol w="943790">
                  <a:extLst>
                    <a:ext uri="{9D8B030D-6E8A-4147-A177-3AD203B41FA5}">
                      <a16:colId xmlns:a16="http://schemas.microsoft.com/office/drawing/2014/main" val="1477699439"/>
                    </a:ext>
                  </a:extLst>
                </a:gridCol>
                <a:gridCol w="856410">
                  <a:extLst>
                    <a:ext uri="{9D8B030D-6E8A-4147-A177-3AD203B41FA5}">
                      <a16:colId xmlns:a16="http://schemas.microsoft.com/office/drawing/2014/main" val="3896908945"/>
                    </a:ext>
                  </a:extLst>
                </a:gridCol>
              </a:tblGrid>
              <a:tr h="370840">
                <a:tc>
                  <a:txBody>
                    <a:bodyPr/>
                    <a:lstStyle/>
                    <a:p>
                      <a:pPr algn="ctr"/>
                      <a:r>
                        <a:rPr lang="en-US" sz="1400" dirty="0"/>
                        <a:t>Features</a:t>
                      </a:r>
                    </a:p>
                  </a:txBody>
                  <a:tcPr/>
                </a:tc>
                <a:tc>
                  <a:txBody>
                    <a:bodyPr/>
                    <a:lstStyle/>
                    <a:p>
                      <a:pPr algn="ctr"/>
                      <a:r>
                        <a:rPr lang="en-US" sz="1400" dirty="0"/>
                        <a:t>Value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Features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Value</a:t>
                      </a:r>
                    </a:p>
                  </a:txBody>
                  <a:tcPr/>
                </a:tc>
                <a:extLst>
                  <a:ext uri="{0D108BD9-81ED-4DB2-BD59-A6C34878D82A}">
                    <a16:rowId xmlns:a16="http://schemas.microsoft.com/office/drawing/2014/main" val="4097057950"/>
                  </a:ext>
                </a:extLst>
              </a:tr>
              <a:tr h="370840">
                <a:tc>
                  <a:txBody>
                    <a:bodyPr/>
                    <a:lstStyle/>
                    <a:p>
                      <a:r>
                        <a:rPr lang="en-US" sz="1600" dirty="0"/>
                        <a:t>Mean</a:t>
                      </a:r>
                    </a:p>
                  </a:txBody>
                  <a:tcPr/>
                </a:tc>
                <a:tc>
                  <a:txBody>
                    <a:bodyPr/>
                    <a:lstStyle/>
                    <a:p>
                      <a:pPr algn="ctr"/>
                      <a:r>
                        <a:rPr lang="en-US" sz="1600" dirty="0"/>
                        <a:t>-0.026</a:t>
                      </a:r>
                    </a:p>
                  </a:txBody>
                  <a:tcPr/>
                </a:tc>
                <a:tc>
                  <a:txBody>
                    <a:bodyPr/>
                    <a:lstStyle/>
                    <a:p>
                      <a:r>
                        <a:rPr lang="en-US" sz="1600" dirty="0"/>
                        <a:t>Skew</a:t>
                      </a:r>
                    </a:p>
                  </a:txBody>
                  <a:tcPr/>
                </a:tc>
                <a:tc>
                  <a:txBody>
                    <a:bodyPr/>
                    <a:lstStyle/>
                    <a:p>
                      <a:pPr algn="ctr"/>
                      <a:r>
                        <a:rPr lang="en-US" sz="1600" dirty="0"/>
                        <a:t>-0.0025</a:t>
                      </a:r>
                    </a:p>
                  </a:txBody>
                  <a:tcPr/>
                </a:tc>
                <a:extLst>
                  <a:ext uri="{0D108BD9-81ED-4DB2-BD59-A6C34878D82A}">
                    <a16:rowId xmlns:a16="http://schemas.microsoft.com/office/drawing/2014/main" val="2951968802"/>
                  </a:ext>
                </a:extLst>
              </a:tr>
              <a:tr h="370840">
                <a:tc>
                  <a:txBody>
                    <a:bodyPr/>
                    <a:lstStyle/>
                    <a:p>
                      <a:r>
                        <a:rPr lang="en-US" sz="1600" dirty="0"/>
                        <a:t>RMS</a:t>
                      </a:r>
                    </a:p>
                  </a:txBody>
                  <a:tcPr/>
                </a:tc>
                <a:tc>
                  <a:txBody>
                    <a:bodyPr/>
                    <a:lstStyle/>
                    <a:p>
                      <a:pPr algn="ctr"/>
                      <a:r>
                        <a:rPr lang="en-US" sz="1600" dirty="0"/>
                        <a:t>2.0661</a:t>
                      </a:r>
                    </a:p>
                  </a:txBody>
                  <a:tcPr/>
                </a:tc>
                <a:tc>
                  <a:txBody>
                    <a:bodyPr/>
                    <a:lstStyle/>
                    <a:p>
                      <a:r>
                        <a:rPr lang="en-US" sz="1600" dirty="0"/>
                        <a:t>crest</a:t>
                      </a:r>
                    </a:p>
                  </a:txBody>
                  <a:tcPr/>
                </a:tc>
                <a:tc>
                  <a:txBody>
                    <a:bodyPr/>
                    <a:lstStyle/>
                    <a:p>
                      <a:pPr algn="ctr"/>
                      <a:r>
                        <a:rPr lang="en-US" sz="1600" dirty="0"/>
                        <a:t>4.866</a:t>
                      </a:r>
                    </a:p>
                  </a:txBody>
                  <a:tcPr/>
                </a:tc>
                <a:extLst>
                  <a:ext uri="{0D108BD9-81ED-4DB2-BD59-A6C34878D82A}">
                    <a16:rowId xmlns:a16="http://schemas.microsoft.com/office/drawing/2014/main" val="755132281"/>
                  </a:ext>
                </a:extLst>
              </a:tr>
              <a:tr h="370840">
                <a:tc>
                  <a:txBody>
                    <a:bodyPr/>
                    <a:lstStyle/>
                    <a:p>
                      <a:r>
                        <a:rPr lang="en-US" sz="1600" dirty="0"/>
                        <a:t>Var</a:t>
                      </a:r>
                    </a:p>
                  </a:txBody>
                  <a:tcPr/>
                </a:tc>
                <a:tc>
                  <a:txBody>
                    <a:bodyPr/>
                    <a:lstStyle/>
                    <a:p>
                      <a:pPr algn="ctr"/>
                      <a:r>
                        <a:rPr lang="en-US" sz="1600" dirty="0"/>
                        <a:t>4.268</a:t>
                      </a:r>
                    </a:p>
                  </a:txBody>
                  <a:tcPr/>
                </a:tc>
                <a:tc>
                  <a:txBody>
                    <a:bodyPr/>
                    <a:lstStyle/>
                    <a:p>
                      <a:r>
                        <a:rPr lang="en-US" sz="1600" dirty="0"/>
                        <a:t>kurtosis</a:t>
                      </a:r>
                    </a:p>
                  </a:txBody>
                  <a:tcPr/>
                </a:tc>
                <a:tc>
                  <a:txBody>
                    <a:bodyPr/>
                    <a:lstStyle/>
                    <a:p>
                      <a:pPr algn="ctr"/>
                      <a:r>
                        <a:rPr lang="en-US" sz="1600" dirty="0"/>
                        <a:t>2.9767</a:t>
                      </a:r>
                    </a:p>
                  </a:txBody>
                  <a:tcPr/>
                </a:tc>
                <a:extLst>
                  <a:ext uri="{0D108BD9-81ED-4DB2-BD59-A6C34878D82A}">
                    <a16:rowId xmlns:a16="http://schemas.microsoft.com/office/drawing/2014/main" val="4227143893"/>
                  </a:ext>
                </a:extLst>
              </a:tr>
              <a:tr h="370840">
                <a:tc>
                  <a:txBody>
                    <a:bodyPr/>
                    <a:lstStyle/>
                    <a:p>
                      <a:r>
                        <a:rPr lang="en-US" sz="1600" dirty="0"/>
                        <a:t>STD</a:t>
                      </a:r>
                    </a:p>
                  </a:txBody>
                  <a:tcPr/>
                </a:tc>
                <a:tc>
                  <a:txBody>
                    <a:bodyPr/>
                    <a:lstStyle/>
                    <a:p>
                      <a:pPr algn="ctr"/>
                      <a:r>
                        <a:rPr lang="en-US" sz="1600" dirty="0"/>
                        <a:t>2.066</a:t>
                      </a:r>
                    </a:p>
                  </a:txBody>
                  <a:tcPr/>
                </a:tc>
                <a:tc>
                  <a:txBody>
                    <a:bodyPr/>
                    <a:lstStyle/>
                    <a:p>
                      <a:r>
                        <a:rPr lang="en-US" sz="1600" dirty="0"/>
                        <a:t>Quantile</a:t>
                      </a:r>
                    </a:p>
                  </a:txBody>
                  <a:tcPr/>
                </a:tc>
                <a:tc>
                  <a:txBody>
                    <a:bodyPr/>
                    <a:lstStyle/>
                    <a:p>
                      <a:pPr algn="ctr"/>
                      <a:r>
                        <a:rPr lang="en-US" sz="1600" dirty="0"/>
                        <a:t>-0.0271</a:t>
                      </a:r>
                    </a:p>
                  </a:txBody>
                  <a:tcPr/>
                </a:tc>
                <a:extLst>
                  <a:ext uri="{0D108BD9-81ED-4DB2-BD59-A6C34878D82A}">
                    <a16:rowId xmlns:a16="http://schemas.microsoft.com/office/drawing/2014/main" val="4147268867"/>
                  </a:ext>
                </a:extLst>
              </a:tr>
            </a:tbl>
          </a:graphicData>
        </a:graphic>
      </p:graphicFrame>
      <p:graphicFrame>
        <p:nvGraphicFramePr>
          <p:cNvPr id="17" name="Table 16">
            <a:extLst>
              <a:ext uri="{FF2B5EF4-FFF2-40B4-BE49-F238E27FC236}">
                <a16:creationId xmlns:a16="http://schemas.microsoft.com/office/drawing/2014/main" id="{7FEDBDE5-5668-BEA8-07BB-88EB06B8D6D7}"/>
              </a:ext>
            </a:extLst>
          </p:cNvPr>
          <p:cNvGraphicFramePr>
            <a:graphicFrameLocks noGrp="1"/>
          </p:cNvGraphicFramePr>
          <p:nvPr>
            <p:extLst>
              <p:ext uri="{D42A27DB-BD31-4B8C-83A1-F6EECF244321}">
                <p14:modId xmlns:p14="http://schemas.microsoft.com/office/powerpoint/2010/main" val="3803625279"/>
              </p:ext>
            </p:extLst>
          </p:nvPr>
        </p:nvGraphicFramePr>
        <p:xfrm>
          <a:off x="4511824" y="4286548"/>
          <a:ext cx="3425640" cy="1854200"/>
        </p:xfrm>
        <a:graphic>
          <a:graphicData uri="http://schemas.openxmlformats.org/drawingml/2006/table">
            <a:tbl>
              <a:tblPr firstRow="1" bandRow="1">
                <a:tableStyleId>{5C22544A-7EE6-4342-B048-85BDC9FD1C3A}</a:tableStyleId>
              </a:tblPr>
              <a:tblGrid>
                <a:gridCol w="856410">
                  <a:extLst>
                    <a:ext uri="{9D8B030D-6E8A-4147-A177-3AD203B41FA5}">
                      <a16:colId xmlns:a16="http://schemas.microsoft.com/office/drawing/2014/main" val="2405031585"/>
                    </a:ext>
                  </a:extLst>
                </a:gridCol>
                <a:gridCol w="799774">
                  <a:extLst>
                    <a:ext uri="{9D8B030D-6E8A-4147-A177-3AD203B41FA5}">
                      <a16:colId xmlns:a16="http://schemas.microsoft.com/office/drawing/2014/main" val="876940138"/>
                    </a:ext>
                  </a:extLst>
                </a:gridCol>
                <a:gridCol w="913046">
                  <a:extLst>
                    <a:ext uri="{9D8B030D-6E8A-4147-A177-3AD203B41FA5}">
                      <a16:colId xmlns:a16="http://schemas.microsoft.com/office/drawing/2014/main" val="1477699439"/>
                    </a:ext>
                  </a:extLst>
                </a:gridCol>
                <a:gridCol w="856410">
                  <a:extLst>
                    <a:ext uri="{9D8B030D-6E8A-4147-A177-3AD203B41FA5}">
                      <a16:colId xmlns:a16="http://schemas.microsoft.com/office/drawing/2014/main" val="3896908945"/>
                    </a:ext>
                  </a:extLst>
                </a:gridCol>
              </a:tblGrid>
              <a:tr h="370840">
                <a:tc>
                  <a:txBody>
                    <a:bodyPr/>
                    <a:lstStyle/>
                    <a:p>
                      <a:pPr algn="ctr"/>
                      <a:r>
                        <a:rPr lang="en-US" sz="1400" dirty="0"/>
                        <a:t>Features</a:t>
                      </a:r>
                    </a:p>
                  </a:txBody>
                  <a:tcPr/>
                </a:tc>
                <a:tc>
                  <a:txBody>
                    <a:bodyPr/>
                    <a:lstStyle/>
                    <a:p>
                      <a:pPr algn="ctr"/>
                      <a:r>
                        <a:rPr lang="en-US" sz="1400" dirty="0"/>
                        <a:t>Value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Features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Value</a:t>
                      </a:r>
                    </a:p>
                  </a:txBody>
                  <a:tcPr/>
                </a:tc>
                <a:extLst>
                  <a:ext uri="{0D108BD9-81ED-4DB2-BD59-A6C34878D82A}">
                    <a16:rowId xmlns:a16="http://schemas.microsoft.com/office/drawing/2014/main" val="4097057950"/>
                  </a:ext>
                </a:extLst>
              </a:tr>
              <a:tr h="370840">
                <a:tc>
                  <a:txBody>
                    <a:bodyPr/>
                    <a:lstStyle/>
                    <a:p>
                      <a:r>
                        <a:rPr lang="en-US" sz="1600" dirty="0"/>
                        <a:t>Mean</a:t>
                      </a:r>
                    </a:p>
                  </a:txBody>
                  <a:tcPr/>
                </a:tc>
                <a:tc>
                  <a:txBody>
                    <a:bodyPr/>
                    <a:lstStyle/>
                    <a:p>
                      <a:pPr algn="ctr"/>
                      <a:r>
                        <a:rPr lang="en-US" sz="1600" dirty="0"/>
                        <a:t>-0.036</a:t>
                      </a:r>
                    </a:p>
                  </a:txBody>
                  <a:tcPr/>
                </a:tc>
                <a:tc>
                  <a:txBody>
                    <a:bodyPr/>
                    <a:lstStyle/>
                    <a:p>
                      <a:r>
                        <a:rPr lang="en-US" sz="1600" dirty="0"/>
                        <a:t>Skew</a:t>
                      </a:r>
                    </a:p>
                  </a:txBody>
                  <a:tcPr/>
                </a:tc>
                <a:tc>
                  <a:txBody>
                    <a:bodyPr/>
                    <a:lstStyle/>
                    <a:p>
                      <a:pPr algn="ctr"/>
                      <a:r>
                        <a:rPr lang="en-US" sz="1600" dirty="0"/>
                        <a:t>-0.0334</a:t>
                      </a:r>
                    </a:p>
                  </a:txBody>
                  <a:tcPr/>
                </a:tc>
                <a:extLst>
                  <a:ext uri="{0D108BD9-81ED-4DB2-BD59-A6C34878D82A}">
                    <a16:rowId xmlns:a16="http://schemas.microsoft.com/office/drawing/2014/main" val="2951968802"/>
                  </a:ext>
                </a:extLst>
              </a:tr>
              <a:tr h="370840">
                <a:tc>
                  <a:txBody>
                    <a:bodyPr/>
                    <a:lstStyle/>
                    <a:p>
                      <a:r>
                        <a:rPr lang="en-US" sz="1600" dirty="0"/>
                        <a:t>RMS</a:t>
                      </a:r>
                    </a:p>
                  </a:txBody>
                  <a:tcPr/>
                </a:tc>
                <a:tc>
                  <a:txBody>
                    <a:bodyPr/>
                    <a:lstStyle/>
                    <a:p>
                      <a:pPr algn="ctr"/>
                      <a:r>
                        <a:rPr lang="en-US" sz="1600" dirty="0"/>
                        <a:t>4.5611</a:t>
                      </a:r>
                    </a:p>
                  </a:txBody>
                  <a:tcPr/>
                </a:tc>
                <a:tc>
                  <a:txBody>
                    <a:bodyPr/>
                    <a:lstStyle/>
                    <a:p>
                      <a:r>
                        <a:rPr lang="en-US" sz="1600" dirty="0"/>
                        <a:t>crest</a:t>
                      </a:r>
                    </a:p>
                  </a:txBody>
                  <a:tcPr/>
                </a:tc>
                <a:tc>
                  <a:txBody>
                    <a:bodyPr/>
                    <a:lstStyle/>
                    <a:p>
                      <a:pPr algn="ctr"/>
                      <a:r>
                        <a:rPr lang="en-US" sz="1600" dirty="0"/>
                        <a:t>5.6266</a:t>
                      </a:r>
                    </a:p>
                  </a:txBody>
                  <a:tcPr/>
                </a:tc>
                <a:extLst>
                  <a:ext uri="{0D108BD9-81ED-4DB2-BD59-A6C34878D82A}">
                    <a16:rowId xmlns:a16="http://schemas.microsoft.com/office/drawing/2014/main" val="755132281"/>
                  </a:ext>
                </a:extLst>
              </a:tr>
              <a:tr h="370840">
                <a:tc>
                  <a:txBody>
                    <a:bodyPr/>
                    <a:lstStyle/>
                    <a:p>
                      <a:r>
                        <a:rPr lang="en-US" sz="1600" dirty="0"/>
                        <a:t>Var</a:t>
                      </a:r>
                    </a:p>
                  </a:txBody>
                  <a:tcPr/>
                </a:tc>
                <a:tc>
                  <a:txBody>
                    <a:bodyPr/>
                    <a:lstStyle/>
                    <a:p>
                      <a:pPr algn="ctr"/>
                      <a:r>
                        <a:rPr lang="en-US" sz="1600" dirty="0"/>
                        <a:t>20.802</a:t>
                      </a:r>
                    </a:p>
                  </a:txBody>
                  <a:tcPr/>
                </a:tc>
                <a:tc>
                  <a:txBody>
                    <a:bodyPr/>
                    <a:lstStyle/>
                    <a:p>
                      <a:r>
                        <a:rPr lang="en-US" sz="1600" dirty="0"/>
                        <a:t>kurtosis</a:t>
                      </a:r>
                    </a:p>
                  </a:txBody>
                  <a:tcPr/>
                </a:tc>
                <a:tc>
                  <a:txBody>
                    <a:bodyPr/>
                    <a:lstStyle/>
                    <a:p>
                      <a:pPr algn="ctr"/>
                      <a:r>
                        <a:rPr lang="en-US" sz="1600" dirty="0"/>
                        <a:t>3.111</a:t>
                      </a:r>
                    </a:p>
                  </a:txBody>
                  <a:tcPr/>
                </a:tc>
                <a:extLst>
                  <a:ext uri="{0D108BD9-81ED-4DB2-BD59-A6C34878D82A}">
                    <a16:rowId xmlns:a16="http://schemas.microsoft.com/office/drawing/2014/main" val="4227143893"/>
                  </a:ext>
                </a:extLst>
              </a:tr>
              <a:tr h="370840">
                <a:tc>
                  <a:txBody>
                    <a:bodyPr/>
                    <a:lstStyle/>
                    <a:p>
                      <a:r>
                        <a:rPr lang="en-US" sz="1600" dirty="0"/>
                        <a:t>STD</a:t>
                      </a:r>
                    </a:p>
                  </a:txBody>
                  <a:tcPr/>
                </a:tc>
                <a:tc>
                  <a:txBody>
                    <a:bodyPr/>
                    <a:lstStyle/>
                    <a:p>
                      <a:pPr algn="ctr"/>
                      <a:r>
                        <a:rPr lang="en-US" sz="1600" dirty="0"/>
                        <a:t>4.5610</a:t>
                      </a:r>
                    </a:p>
                  </a:txBody>
                  <a:tcPr/>
                </a:tc>
                <a:tc>
                  <a:txBody>
                    <a:bodyPr/>
                    <a:lstStyle/>
                    <a:p>
                      <a:r>
                        <a:rPr lang="en-US" sz="1600" dirty="0"/>
                        <a:t>Quantile</a:t>
                      </a:r>
                    </a:p>
                  </a:txBody>
                  <a:tcPr/>
                </a:tc>
                <a:tc>
                  <a:txBody>
                    <a:bodyPr/>
                    <a:lstStyle/>
                    <a:p>
                      <a:pPr algn="ctr"/>
                      <a:r>
                        <a:rPr lang="en-US" sz="1600" dirty="0"/>
                        <a:t>-0.0151</a:t>
                      </a:r>
                    </a:p>
                  </a:txBody>
                  <a:tcPr/>
                </a:tc>
                <a:extLst>
                  <a:ext uri="{0D108BD9-81ED-4DB2-BD59-A6C34878D82A}">
                    <a16:rowId xmlns:a16="http://schemas.microsoft.com/office/drawing/2014/main" val="4147268867"/>
                  </a:ext>
                </a:extLst>
              </a:tr>
            </a:tbl>
          </a:graphicData>
        </a:graphic>
      </p:graphicFrame>
      <p:graphicFrame>
        <p:nvGraphicFramePr>
          <p:cNvPr id="18" name="Table 17">
            <a:extLst>
              <a:ext uri="{FF2B5EF4-FFF2-40B4-BE49-F238E27FC236}">
                <a16:creationId xmlns:a16="http://schemas.microsoft.com/office/drawing/2014/main" id="{1055E964-7F35-0AF4-BA6D-117D17C91E01}"/>
              </a:ext>
            </a:extLst>
          </p:cNvPr>
          <p:cNvGraphicFramePr>
            <a:graphicFrameLocks noGrp="1"/>
          </p:cNvGraphicFramePr>
          <p:nvPr>
            <p:extLst>
              <p:ext uri="{D42A27DB-BD31-4B8C-83A1-F6EECF244321}">
                <p14:modId xmlns:p14="http://schemas.microsoft.com/office/powerpoint/2010/main" val="2397081425"/>
              </p:ext>
            </p:extLst>
          </p:nvPr>
        </p:nvGraphicFramePr>
        <p:xfrm>
          <a:off x="8256242" y="4288138"/>
          <a:ext cx="3425640" cy="1854200"/>
        </p:xfrm>
        <a:graphic>
          <a:graphicData uri="http://schemas.openxmlformats.org/drawingml/2006/table">
            <a:tbl>
              <a:tblPr firstRow="1" bandRow="1">
                <a:tableStyleId>{5C22544A-7EE6-4342-B048-85BDC9FD1C3A}</a:tableStyleId>
              </a:tblPr>
              <a:tblGrid>
                <a:gridCol w="856410">
                  <a:extLst>
                    <a:ext uri="{9D8B030D-6E8A-4147-A177-3AD203B41FA5}">
                      <a16:colId xmlns:a16="http://schemas.microsoft.com/office/drawing/2014/main" val="2405031585"/>
                    </a:ext>
                  </a:extLst>
                </a:gridCol>
                <a:gridCol w="799772">
                  <a:extLst>
                    <a:ext uri="{9D8B030D-6E8A-4147-A177-3AD203B41FA5}">
                      <a16:colId xmlns:a16="http://schemas.microsoft.com/office/drawing/2014/main" val="876940138"/>
                    </a:ext>
                  </a:extLst>
                </a:gridCol>
                <a:gridCol w="913048">
                  <a:extLst>
                    <a:ext uri="{9D8B030D-6E8A-4147-A177-3AD203B41FA5}">
                      <a16:colId xmlns:a16="http://schemas.microsoft.com/office/drawing/2014/main" val="1477699439"/>
                    </a:ext>
                  </a:extLst>
                </a:gridCol>
                <a:gridCol w="856410">
                  <a:extLst>
                    <a:ext uri="{9D8B030D-6E8A-4147-A177-3AD203B41FA5}">
                      <a16:colId xmlns:a16="http://schemas.microsoft.com/office/drawing/2014/main" val="3896908945"/>
                    </a:ext>
                  </a:extLst>
                </a:gridCol>
              </a:tblGrid>
              <a:tr h="370840">
                <a:tc>
                  <a:txBody>
                    <a:bodyPr/>
                    <a:lstStyle/>
                    <a:p>
                      <a:pPr algn="ctr"/>
                      <a:r>
                        <a:rPr lang="en-US" sz="1400" dirty="0"/>
                        <a:t>Features</a:t>
                      </a:r>
                    </a:p>
                  </a:txBody>
                  <a:tcPr/>
                </a:tc>
                <a:tc>
                  <a:txBody>
                    <a:bodyPr/>
                    <a:lstStyle/>
                    <a:p>
                      <a:pPr algn="ctr"/>
                      <a:r>
                        <a:rPr lang="en-US" sz="1400" dirty="0"/>
                        <a:t>Value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Features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Value</a:t>
                      </a:r>
                    </a:p>
                  </a:txBody>
                  <a:tcPr/>
                </a:tc>
                <a:extLst>
                  <a:ext uri="{0D108BD9-81ED-4DB2-BD59-A6C34878D82A}">
                    <a16:rowId xmlns:a16="http://schemas.microsoft.com/office/drawing/2014/main" val="4097057950"/>
                  </a:ext>
                </a:extLst>
              </a:tr>
              <a:tr h="370840">
                <a:tc>
                  <a:txBody>
                    <a:bodyPr/>
                    <a:lstStyle/>
                    <a:p>
                      <a:r>
                        <a:rPr lang="en-US" sz="1600" dirty="0"/>
                        <a:t>Mean</a:t>
                      </a:r>
                    </a:p>
                  </a:txBody>
                  <a:tcPr/>
                </a:tc>
                <a:tc>
                  <a:txBody>
                    <a:bodyPr/>
                    <a:lstStyle/>
                    <a:p>
                      <a:pPr algn="ctr"/>
                      <a:r>
                        <a:rPr lang="en-US" sz="1600" dirty="0"/>
                        <a:t>-0.024</a:t>
                      </a:r>
                    </a:p>
                  </a:txBody>
                  <a:tcPr/>
                </a:tc>
                <a:tc>
                  <a:txBody>
                    <a:bodyPr/>
                    <a:lstStyle/>
                    <a:p>
                      <a:r>
                        <a:rPr lang="en-US" sz="1600" dirty="0"/>
                        <a:t>Skew</a:t>
                      </a:r>
                    </a:p>
                  </a:txBody>
                  <a:tcPr/>
                </a:tc>
                <a:tc>
                  <a:txBody>
                    <a:bodyPr/>
                    <a:lstStyle/>
                    <a:p>
                      <a:pPr algn="ctr"/>
                      <a:r>
                        <a:rPr lang="en-US" sz="1600" dirty="0"/>
                        <a:t>0.048</a:t>
                      </a:r>
                    </a:p>
                  </a:txBody>
                  <a:tcPr/>
                </a:tc>
                <a:extLst>
                  <a:ext uri="{0D108BD9-81ED-4DB2-BD59-A6C34878D82A}">
                    <a16:rowId xmlns:a16="http://schemas.microsoft.com/office/drawing/2014/main" val="2951968802"/>
                  </a:ext>
                </a:extLst>
              </a:tr>
              <a:tr h="370840">
                <a:tc>
                  <a:txBody>
                    <a:bodyPr/>
                    <a:lstStyle/>
                    <a:p>
                      <a:r>
                        <a:rPr lang="en-US" sz="1600" dirty="0"/>
                        <a:t>RMS</a:t>
                      </a:r>
                    </a:p>
                  </a:txBody>
                  <a:tcPr/>
                </a:tc>
                <a:tc>
                  <a:txBody>
                    <a:bodyPr/>
                    <a:lstStyle/>
                    <a:p>
                      <a:pPr algn="ctr"/>
                      <a:r>
                        <a:rPr lang="en-US" sz="1600" dirty="0"/>
                        <a:t>14.401</a:t>
                      </a:r>
                    </a:p>
                  </a:txBody>
                  <a:tcPr/>
                </a:tc>
                <a:tc>
                  <a:txBody>
                    <a:bodyPr/>
                    <a:lstStyle/>
                    <a:p>
                      <a:r>
                        <a:rPr lang="en-US" sz="1600" dirty="0"/>
                        <a:t>crest</a:t>
                      </a:r>
                    </a:p>
                  </a:txBody>
                  <a:tcPr/>
                </a:tc>
                <a:tc>
                  <a:txBody>
                    <a:bodyPr/>
                    <a:lstStyle/>
                    <a:p>
                      <a:pPr algn="ctr"/>
                      <a:r>
                        <a:rPr lang="en-US" sz="1600" dirty="0"/>
                        <a:t>3.7878</a:t>
                      </a:r>
                    </a:p>
                  </a:txBody>
                  <a:tcPr/>
                </a:tc>
                <a:extLst>
                  <a:ext uri="{0D108BD9-81ED-4DB2-BD59-A6C34878D82A}">
                    <a16:rowId xmlns:a16="http://schemas.microsoft.com/office/drawing/2014/main" val="755132281"/>
                  </a:ext>
                </a:extLst>
              </a:tr>
              <a:tr h="370840">
                <a:tc>
                  <a:txBody>
                    <a:bodyPr/>
                    <a:lstStyle/>
                    <a:p>
                      <a:r>
                        <a:rPr lang="en-US" sz="1600" dirty="0"/>
                        <a:t>Var</a:t>
                      </a:r>
                    </a:p>
                  </a:txBody>
                  <a:tcPr/>
                </a:tc>
                <a:tc>
                  <a:txBody>
                    <a:bodyPr/>
                    <a:lstStyle/>
                    <a:p>
                      <a:pPr algn="ctr"/>
                      <a:r>
                        <a:rPr lang="en-US" sz="1600" dirty="0"/>
                        <a:t>207.40</a:t>
                      </a:r>
                    </a:p>
                  </a:txBody>
                  <a:tcPr/>
                </a:tc>
                <a:tc>
                  <a:txBody>
                    <a:bodyPr/>
                    <a:lstStyle/>
                    <a:p>
                      <a:r>
                        <a:rPr lang="en-US" sz="1600" dirty="0"/>
                        <a:t>kurtosis</a:t>
                      </a:r>
                    </a:p>
                  </a:txBody>
                  <a:tcPr/>
                </a:tc>
                <a:tc>
                  <a:txBody>
                    <a:bodyPr/>
                    <a:lstStyle/>
                    <a:p>
                      <a:pPr algn="ctr"/>
                      <a:r>
                        <a:rPr lang="en-US" sz="1600" dirty="0"/>
                        <a:t>2.4084</a:t>
                      </a:r>
                    </a:p>
                  </a:txBody>
                  <a:tcPr/>
                </a:tc>
                <a:extLst>
                  <a:ext uri="{0D108BD9-81ED-4DB2-BD59-A6C34878D82A}">
                    <a16:rowId xmlns:a16="http://schemas.microsoft.com/office/drawing/2014/main" val="4227143893"/>
                  </a:ext>
                </a:extLst>
              </a:tr>
              <a:tr h="370840">
                <a:tc>
                  <a:txBody>
                    <a:bodyPr/>
                    <a:lstStyle/>
                    <a:p>
                      <a:r>
                        <a:rPr lang="en-US" sz="1600" dirty="0"/>
                        <a:t>STD</a:t>
                      </a:r>
                    </a:p>
                  </a:txBody>
                  <a:tcPr/>
                </a:tc>
                <a:tc>
                  <a:txBody>
                    <a:bodyPr/>
                    <a:lstStyle/>
                    <a:p>
                      <a:pPr algn="ctr"/>
                      <a:r>
                        <a:rPr lang="en-US" sz="1600" dirty="0"/>
                        <a:t>14.401</a:t>
                      </a:r>
                    </a:p>
                  </a:txBody>
                  <a:tcPr/>
                </a:tc>
                <a:tc>
                  <a:txBody>
                    <a:bodyPr/>
                    <a:lstStyle/>
                    <a:p>
                      <a:r>
                        <a:rPr lang="en-US" sz="1600" dirty="0"/>
                        <a:t>Quantile</a:t>
                      </a:r>
                    </a:p>
                  </a:txBody>
                  <a:tcPr/>
                </a:tc>
                <a:tc>
                  <a:txBody>
                    <a:bodyPr/>
                    <a:lstStyle/>
                    <a:p>
                      <a:pPr algn="ctr"/>
                      <a:r>
                        <a:rPr lang="en-US" sz="1600" dirty="0"/>
                        <a:t>-0.2171</a:t>
                      </a:r>
                    </a:p>
                  </a:txBody>
                  <a:tcPr/>
                </a:tc>
                <a:extLst>
                  <a:ext uri="{0D108BD9-81ED-4DB2-BD59-A6C34878D82A}">
                    <a16:rowId xmlns:a16="http://schemas.microsoft.com/office/drawing/2014/main" val="4147268867"/>
                  </a:ext>
                </a:extLst>
              </a:tr>
            </a:tbl>
          </a:graphicData>
        </a:graphic>
      </p:graphicFrame>
    </p:spTree>
    <p:extLst>
      <p:ext uri="{BB962C8B-B14F-4D97-AF65-F5344CB8AC3E}">
        <p14:creationId xmlns:p14="http://schemas.microsoft.com/office/powerpoint/2010/main" val="4161534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79607-24B6-865B-ACB9-AFC83AF89679}"/>
            </a:ext>
          </a:extLst>
        </p:cNvPr>
        <p:cNvGrpSpPr/>
        <p:nvPr/>
      </p:nvGrpSpPr>
      <p:grpSpPr>
        <a:xfrm>
          <a:off x="0" y="0"/>
          <a:ext cx="0" cy="0"/>
          <a:chOff x="0" y="0"/>
          <a:chExt cx="0" cy="0"/>
        </a:xfrm>
      </p:grpSpPr>
      <p:sp>
        <p:nvSpPr>
          <p:cNvPr id="36" name="Titel 35">
            <a:extLst>
              <a:ext uri="{FF2B5EF4-FFF2-40B4-BE49-F238E27FC236}">
                <a16:creationId xmlns:a16="http://schemas.microsoft.com/office/drawing/2014/main" id="{07CFF37F-8623-1E9F-1085-0CC245CAFCA4}"/>
              </a:ext>
            </a:extLst>
          </p:cNvPr>
          <p:cNvSpPr>
            <a:spLocks noGrp="1"/>
          </p:cNvSpPr>
          <p:nvPr>
            <p:ph type="title"/>
          </p:nvPr>
        </p:nvSpPr>
        <p:spPr>
          <a:xfrm>
            <a:off x="435365" y="404664"/>
            <a:ext cx="11088000" cy="864000"/>
          </a:xfrm>
        </p:spPr>
        <p:txBody>
          <a:bodyPr/>
          <a:lstStyle/>
          <a:p>
            <a:r>
              <a:rPr lang="de-DE" u="sng" dirty="0"/>
              <a:t>Statistical Feature Analysis in Time domain:</a:t>
            </a:r>
          </a:p>
        </p:txBody>
      </p:sp>
      <p:sp>
        <p:nvSpPr>
          <p:cNvPr id="3" name="Datumsplatzhalter 2">
            <a:extLst>
              <a:ext uri="{FF2B5EF4-FFF2-40B4-BE49-F238E27FC236}">
                <a16:creationId xmlns:a16="http://schemas.microsoft.com/office/drawing/2014/main" id="{66662DAE-1372-9C3A-A53D-10FE874431EC}"/>
              </a:ext>
            </a:extLst>
          </p:cNvPr>
          <p:cNvSpPr>
            <a:spLocks noGrp="1"/>
          </p:cNvSpPr>
          <p:nvPr>
            <p:ph type="dt" sz="half" idx="10"/>
          </p:nvPr>
        </p:nvSpPr>
        <p:spPr/>
        <p:txBody>
          <a:bodyPr/>
          <a:lstStyle/>
          <a:p>
            <a:r>
              <a:rPr lang="de-DE" dirty="0"/>
              <a:t>13 March 2024</a:t>
            </a:r>
          </a:p>
        </p:txBody>
      </p:sp>
      <p:sp>
        <p:nvSpPr>
          <p:cNvPr id="4" name="Fußzeilenplatzhalter 3">
            <a:extLst>
              <a:ext uri="{FF2B5EF4-FFF2-40B4-BE49-F238E27FC236}">
                <a16:creationId xmlns:a16="http://schemas.microsoft.com/office/drawing/2014/main" id="{D7DA6537-9033-D02F-DC7A-2DA639FF0BD4}"/>
              </a:ext>
            </a:extLst>
          </p:cNvPr>
          <p:cNvSpPr>
            <a:spLocks noGrp="1"/>
          </p:cNvSpPr>
          <p:nvPr>
            <p:ph type="ftr" sz="quarter" idx="11"/>
          </p:nvPr>
        </p:nvSpPr>
        <p:spPr/>
        <p:txBody>
          <a:bodyPr/>
          <a:lstStyle/>
          <a:p>
            <a:r>
              <a:rPr lang="de-DE" dirty="0"/>
              <a:t>Damage detection of Bearings – Condition Monitoring (Vibration Based methods)</a:t>
            </a:r>
          </a:p>
        </p:txBody>
      </p:sp>
      <p:sp>
        <p:nvSpPr>
          <p:cNvPr id="5" name="Foliennummernplatzhalter 4">
            <a:extLst>
              <a:ext uri="{FF2B5EF4-FFF2-40B4-BE49-F238E27FC236}">
                <a16:creationId xmlns:a16="http://schemas.microsoft.com/office/drawing/2014/main" id="{E3291784-09DE-8636-9605-36FC83E65284}"/>
              </a:ext>
            </a:extLst>
          </p:cNvPr>
          <p:cNvSpPr>
            <a:spLocks noGrp="1"/>
          </p:cNvSpPr>
          <p:nvPr>
            <p:ph type="sldNum" sz="quarter" idx="12"/>
          </p:nvPr>
        </p:nvSpPr>
        <p:spPr/>
        <p:txBody>
          <a:bodyPr/>
          <a:lstStyle/>
          <a:p>
            <a:fld id="{2155E1C8-C15B-4C47-AD9F-B8F50D129449}" type="slidenum">
              <a:rPr lang="de-DE" smtClean="0"/>
              <a:pPr/>
              <a:t>4</a:t>
            </a:fld>
            <a:endParaRPr lang="de-DE"/>
          </a:p>
        </p:txBody>
      </p:sp>
      <p:grpSp>
        <p:nvGrpSpPr>
          <p:cNvPr id="2" name="Group 1">
            <a:extLst>
              <a:ext uri="{FF2B5EF4-FFF2-40B4-BE49-F238E27FC236}">
                <a16:creationId xmlns:a16="http://schemas.microsoft.com/office/drawing/2014/main" id="{103B65D1-8053-5ECF-1FB8-B0B86E7297D5}"/>
              </a:ext>
            </a:extLst>
          </p:cNvPr>
          <p:cNvGrpSpPr/>
          <p:nvPr/>
        </p:nvGrpSpPr>
        <p:grpSpPr>
          <a:xfrm>
            <a:off x="610923" y="827864"/>
            <a:ext cx="10513434" cy="2762850"/>
            <a:chOff x="119336" y="980816"/>
            <a:chExt cx="11858344" cy="3116283"/>
          </a:xfrm>
        </p:grpSpPr>
        <p:pic>
          <p:nvPicPr>
            <p:cNvPr id="6" name="Picture 5">
              <a:extLst>
                <a:ext uri="{FF2B5EF4-FFF2-40B4-BE49-F238E27FC236}">
                  <a16:creationId xmlns:a16="http://schemas.microsoft.com/office/drawing/2014/main" id="{70B40A99-26E1-9065-5945-57F00FC3337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9336" y="980816"/>
              <a:ext cx="4117386" cy="3088039"/>
            </a:xfrm>
            <a:prstGeom prst="rect">
              <a:avLst/>
            </a:prstGeom>
          </p:spPr>
        </p:pic>
        <p:pic>
          <p:nvPicPr>
            <p:cNvPr id="8" name="Picture 7">
              <a:extLst>
                <a:ext uri="{FF2B5EF4-FFF2-40B4-BE49-F238E27FC236}">
                  <a16:creationId xmlns:a16="http://schemas.microsoft.com/office/drawing/2014/main" id="{C2F8FE7C-F26C-DE46-6211-AAA9261087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947510" y="980816"/>
              <a:ext cx="4141737" cy="3106303"/>
            </a:xfrm>
            <a:prstGeom prst="rect">
              <a:avLst/>
            </a:prstGeom>
          </p:spPr>
        </p:pic>
        <p:pic>
          <p:nvPicPr>
            <p:cNvPr id="10" name="Picture 9">
              <a:extLst>
                <a:ext uri="{FF2B5EF4-FFF2-40B4-BE49-F238E27FC236}">
                  <a16:creationId xmlns:a16="http://schemas.microsoft.com/office/drawing/2014/main" id="{E3A0B443-11FF-3907-7E71-C2C50042EC1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835943" y="990796"/>
              <a:ext cx="4141737" cy="3106303"/>
            </a:xfrm>
            <a:prstGeom prst="rect">
              <a:avLst/>
            </a:prstGeom>
          </p:spPr>
        </p:pic>
      </p:grpSp>
      <p:grpSp>
        <p:nvGrpSpPr>
          <p:cNvPr id="20" name="Group 19">
            <a:extLst>
              <a:ext uri="{FF2B5EF4-FFF2-40B4-BE49-F238E27FC236}">
                <a16:creationId xmlns:a16="http://schemas.microsoft.com/office/drawing/2014/main" id="{5868619D-C93D-76DC-EA97-207A84CEB26B}"/>
              </a:ext>
            </a:extLst>
          </p:cNvPr>
          <p:cNvGrpSpPr/>
          <p:nvPr/>
        </p:nvGrpSpPr>
        <p:grpSpPr>
          <a:xfrm>
            <a:off x="600130" y="3546470"/>
            <a:ext cx="10513432" cy="2762850"/>
            <a:chOff x="119337" y="980816"/>
            <a:chExt cx="11858342" cy="3116283"/>
          </a:xfrm>
        </p:grpSpPr>
        <p:pic>
          <p:nvPicPr>
            <p:cNvPr id="21" name="Picture 20">
              <a:extLst>
                <a:ext uri="{FF2B5EF4-FFF2-40B4-BE49-F238E27FC236}">
                  <a16:creationId xmlns:a16="http://schemas.microsoft.com/office/drawing/2014/main" id="{76B0CCE2-D7A6-3341-9828-097551E65D3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9337" y="980816"/>
              <a:ext cx="4117384" cy="3088039"/>
            </a:xfrm>
            <a:prstGeom prst="rect">
              <a:avLst/>
            </a:prstGeom>
          </p:spPr>
        </p:pic>
        <p:pic>
          <p:nvPicPr>
            <p:cNvPr id="22" name="Picture 21">
              <a:extLst>
                <a:ext uri="{FF2B5EF4-FFF2-40B4-BE49-F238E27FC236}">
                  <a16:creationId xmlns:a16="http://schemas.microsoft.com/office/drawing/2014/main" id="{85A4FEC4-B30D-19C9-DA0C-C93B3FC6ACD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947510" y="980816"/>
              <a:ext cx="4141736" cy="3106302"/>
            </a:xfrm>
            <a:prstGeom prst="rect">
              <a:avLst/>
            </a:prstGeom>
          </p:spPr>
        </p:pic>
        <p:pic>
          <p:nvPicPr>
            <p:cNvPr id="23" name="Picture 22">
              <a:extLst>
                <a:ext uri="{FF2B5EF4-FFF2-40B4-BE49-F238E27FC236}">
                  <a16:creationId xmlns:a16="http://schemas.microsoft.com/office/drawing/2014/main" id="{250BCA21-D0A9-3A73-111D-F93BD696F238}"/>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7835943" y="990796"/>
              <a:ext cx="4141736" cy="3106303"/>
            </a:xfrm>
            <a:prstGeom prst="rect">
              <a:avLst/>
            </a:prstGeom>
          </p:spPr>
        </p:pic>
      </p:grpSp>
    </p:spTree>
    <p:extLst>
      <p:ext uri="{BB962C8B-B14F-4D97-AF65-F5344CB8AC3E}">
        <p14:creationId xmlns:p14="http://schemas.microsoft.com/office/powerpoint/2010/main" val="1673352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883B8-58FE-77EF-0DDB-DEA049C0EBEA}"/>
            </a:ext>
          </a:extLst>
        </p:cNvPr>
        <p:cNvGrpSpPr/>
        <p:nvPr/>
      </p:nvGrpSpPr>
      <p:grpSpPr>
        <a:xfrm>
          <a:off x="0" y="0"/>
          <a:ext cx="0" cy="0"/>
          <a:chOff x="0" y="0"/>
          <a:chExt cx="0" cy="0"/>
        </a:xfrm>
      </p:grpSpPr>
      <p:sp>
        <p:nvSpPr>
          <p:cNvPr id="36" name="Titel 35">
            <a:extLst>
              <a:ext uri="{FF2B5EF4-FFF2-40B4-BE49-F238E27FC236}">
                <a16:creationId xmlns:a16="http://schemas.microsoft.com/office/drawing/2014/main" id="{26DBBEF5-4AA8-CD2E-3F84-056D884F3BD5}"/>
              </a:ext>
            </a:extLst>
          </p:cNvPr>
          <p:cNvSpPr>
            <a:spLocks noGrp="1"/>
          </p:cNvSpPr>
          <p:nvPr>
            <p:ph type="title"/>
          </p:nvPr>
        </p:nvSpPr>
        <p:spPr>
          <a:xfrm>
            <a:off x="435365" y="404664"/>
            <a:ext cx="11088000" cy="864000"/>
          </a:xfrm>
        </p:spPr>
        <p:txBody>
          <a:bodyPr/>
          <a:lstStyle/>
          <a:p>
            <a:r>
              <a:rPr lang="de-DE" u="sng" dirty="0"/>
              <a:t>Statistical Feature Analysis in Time domain:</a:t>
            </a:r>
          </a:p>
        </p:txBody>
      </p:sp>
      <p:sp>
        <p:nvSpPr>
          <p:cNvPr id="3" name="Datumsplatzhalter 2">
            <a:extLst>
              <a:ext uri="{FF2B5EF4-FFF2-40B4-BE49-F238E27FC236}">
                <a16:creationId xmlns:a16="http://schemas.microsoft.com/office/drawing/2014/main" id="{F8FEE824-1636-5BCA-1DB6-2DF80BE3B1D3}"/>
              </a:ext>
            </a:extLst>
          </p:cNvPr>
          <p:cNvSpPr>
            <a:spLocks noGrp="1"/>
          </p:cNvSpPr>
          <p:nvPr>
            <p:ph type="dt" sz="half" idx="10"/>
          </p:nvPr>
        </p:nvSpPr>
        <p:spPr/>
        <p:txBody>
          <a:bodyPr/>
          <a:lstStyle/>
          <a:p>
            <a:r>
              <a:rPr lang="de-DE" dirty="0"/>
              <a:t>13 March 2024</a:t>
            </a:r>
          </a:p>
        </p:txBody>
      </p:sp>
      <p:sp>
        <p:nvSpPr>
          <p:cNvPr id="4" name="Fußzeilenplatzhalter 3">
            <a:extLst>
              <a:ext uri="{FF2B5EF4-FFF2-40B4-BE49-F238E27FC236}">
                <a16:creationId xmlns:a16="http://schemas.microsoft.com/office/drawing/2014/main" id="{53D2B588-F2AF-BC91-F029-F596DFEDDA92}"/>
              </a:ext>
            </a:extLst>
          </p:cNvPr>
          <p:cNvSpPr>
            <a:spLocks noGrp="1"/>
          </p:cNvSpPr>
          <p:nvPr>
            <p:ph type="ftr" sz="quarter" idx="11"/>
          </p:nvPr>
        </p:nvSpPr>
        <p:spPr/>
        <p:txBody>
          <a:bodyPr/>
          <a:lstStyle/>
          <a:p>
            <a:r>
              <a:rPr lang="de-DE" dirty="0"/>
              <a:t>Damage detection of Bearings – Condition Monitoring (Vibration Based methods)</a:t>
            </a:r>
          </a:p>
        </p:txBody>
      </p:sp>
      <p:sp>
        <p:nvSpPr>
          <p:cNvPr id="5" name="Foliennummernplatzhalter 4">
            <a:extLst>
              <a:ext uri="{FF2B5EF4-FFF2-40B4-BE49-F238E27FC236}">
                <a16:creationId xmlns:a16="http://schemas.microsoft.com/office/drawing/2014/main" id="{34DA3462-BA49-551B-DD8C-2C72F463180E}"/>
              </a:ext>
            </a:extLst>
          </p:cNvPr>
          <p:cNvSpPr>
            <a:spLocks noGrp="1"/>
          </p:cNvSpPr>
          <p:nvPr>
            <p:ph type="sldNum" sz="quarter" idx="12"/>
          </p:nvPr>
        </p:nvSpPr>
        <p:spPr/>
        <p:txBody>
          <a:bodyPr/>
          <a:lstStyle/>
          <a:p>
            <a:fld id="{2155E1C8-C15B-4C47-AD9F-B8F50D129449}" type="slidenum">
              <a:rPr lang="de-DE" smtClean="0"/>
              <a:pPr/>
              <a:t>5</a:t>
            </a:fld>
            <a:endParaRPr lang="de-DE"/>
          </a:p>
        </p:txBody>
      </p:sp>
      <p:grpSp>
        <p:nvGrpSpPr>
          <p:cNvPr id="2" name="Group 1">
            <a:extLst>
              <a:ext uri="{FF2B5EF4-FFF2-40B4-BE49-F238E27FC236}">
                <a16:creationId xmlns:a16="http://schemas.microsoft.com/office/drawing/2014/main" id="{32047C7F-831F-A856-9FB9-5D424560FF1D}"/>
              </a:ext>
            </a:extLst>
          </p:cNvPr>
          <p:cNvGrpSpPr/>
          <p:nvPr/>
        </p:nvGrpSpPr>
        <p:grpSpPr>
          <a:xfrm>
            <a:off x="551384" y="827864"/>
            <a:ext cx="7056784" cy="3856962"/>
            <a:chOff x="-29496" y="980816"/>
            <a:chExt cx="7959508" cy="4350357"/>
          </a:xfrm>
        </p:grpSpPr>
        <p:pic>
          <p:nvPicPr>
            <p:cNvPr id="6" name="Picture 5">
              <a:extLst>
                <a:ext uri="{FF2B5EF4-FFF2-40B4-BE49-F238E27FC236}">
                  <a16:creationId xmlns:a16="http://schemas.microsoft.com/office/drawing/2014/main" id="{5F924399-D698-57FA-0DF2-EA861D0CA14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9496" y="980816"/>
              <a:ext cx="4117384" cy="3088039"/>
            </a:xfrm>
            <a:prstGeom prst="rect">
              <a:avLst/>
            </a:prstGeom>
          </p:spPr>
        </p:pic>
        <p:pic>
          <p:nvPicPr>
            <p:cNvPr id="8" name="Picture 7">
              <a:extLst>
                <a:ext uri="{FF2B5EF4-FFF2-40B4-BE49-F238E27FC236}">
                  <a16:creationId xmlns:a16="http://schemas.microsoft.com/office/drawing/2014/main" id="{7BEF88A3-B48E-1590-7357-02FEB2E5177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788277" y="2224870"/>
              <a:ext cx="4141735" cy="3106303"/>
            </a:xfrm>
            <a:prstGeom prst="rect">
              <a:avLst/>
            </a:prstGeom>
          </p:spPr>
        </p:pic>
      </p:grpSp>
      <p:pic>
        <p:nvPicPr>
          <p:cNvPr id="21" name="Picture 20">
            <a:extLst>
              <a:ext uri="{FF2B5EF4-FFF2-40B4-BE49-F238E27FC236}">
                <a16:creationId xmlns:a16="http://schemas.microsoft.com/office/drawing/2014/main" id="{707D23EC-57E3-0E3C-6F4F-2DC4D2345EA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00130" y="3546470"/>
            <a:ext cx="3650412" cy="2737809"/>
          </a:xfrm>
          <a:prstGeom prst="rect">
            <a:avLst/>
          </a:prstGeom>
        </p:spPr>
      </p:pic>
      <p:pic>
        <p:nvPicPr>
          <p:cNvPr id="9" name="Picture 8">
            <a:extLst>
              <a:ext uri="{FF2B5EF4-FFF2-40B4-BE49-F238E27FC236}">
                <a16:creationId xmlns:a16="http://schemas.microsoft.com/office/drawing/2014/main" id="{0C677533-4EC7-BFEA-0575-A1E5D34A1E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58818" y="1507625"/>
            <a:ext cx="4674204" cy="3600400"/>
          </a:xfrm>
          <a:prstGeom prst="rect">
            <a:avLst/>
          </a:prstGeom>
          <a:ln>
            <a:solidFill>
              <a:schemeClr val="accent1"/>
            </a:solidFill>
          </a:ln>
        </p:spPr>
      </p:pic>
    </p:spTree>
    <p:extLst>
      <p:ext uri="{BB962C8B-B14F-4D97-AF65-F5344CB8AC3E}">
        <p14:creationId xmlns:p14="http://schemas.microsoft.com/office/powerpoint/2010/main" val="52600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13DA6-2C99-CC45-472C-E2F0485444AE}"/>
            </a:ext>
          </a:extLst>
        </p:cNvPr>
        <p:cNvGrpSpPr/>
        <p:nvPr/>
      </p:nvGrpSpPr>
      <p:grpSpPr>
        <a:xfrm>
          <a:off x="0" y="0"/>
          <a:ext cx="0" cy="0"/>
          <a:chOff x="0" y="0"/>
          <a:chExt cx="0" cy="0"/>
        </a:xfrm>
      </p:grpSpPr>
      <p:sp>
        <p:nvSpPr>
          <p:cNvPr id="36" name="Titel 35">
            <a:extLst>
              <a:ext uri="{FF2B5EF4-FFF2-40B4-BE49-F238E27FC236}">
                <a16:creationId xmlns:a16="http://schemas.microsoft.com/office/drawing/2014/main" id="{87D109FF-F7A6-5920-7C55-1C8347A0AB1F}"/>
              </a:ext>
            </a:extLst>
          </p:cNvPr>
          <p:cNvSpPr>
            <a:spLocks noGrp="1"/>
          </p:cNvSpPr>
          <p:nvPr>
            <p:ph type="title"/>
          </p:nvPr>
        </p:nvSpPr>
        <p:spPr>
          <a:xfrm>
            <a:off x="435365" y="404664"/>
            <a:ext cx="11088000" cy="864000"/>
          </a:xfrm>
        </p:spPr>
        <p:txBody>
          <a:bodyPr/>
          <a:lstStyle/>
          <a:p>
            <a:r>
              <a:rPr lang="de-DE" u="sng" dirty="0"/>
              <a:t>Frequency Domain – Amplitude spectrum and Welch spectrum:</a:t>
            </a:r>
          </a:p>
        </p:txBody>
      </p:sp>
      <p:sp>
        <p:nvSpPr>
          <p:cNvPr id="3" name="Datumsplatzhalter 2">
            <a:extLst>
              <a:ext uri="{FF2B5EF4-FFF2-40B4-BE49-F238E27FC236}">
                <a16:creationId xmlns:a16="http://schemas.microsoft.com/office/drawing/2014/main" id="{4FF8AD02-1343-E993-AC71-19427BF183F7}"/>
              </a:ext>
            </a:extLst>
          </p:cNvPr>
          <p:cNvSpPr>
            <a:spLocks noGrp="1"/>
          </p:cNvSpPr>
          <p:nvPr>
            <p:ph type="dt" sz="half" idx="10"/>
          </p:nvPr>
        </p:nvSpPr>
        <p:spPr/>
        <p:txBody>
          <a:bodyPr/>
          <a:lstStyle/>
          <a:p>
            <a:r>
              <a:rPr lang="de-DE" dirty="0"/>
              <a:t>13 March 2024</a:t>
            </a:r>
          </a:p>
        </p:txBody>
      </p:sp>
      <p:sp>
        <p:nvSpPr>
          <p:cNvPr id="4" name="Fußzeilenplatzhalter 3">
            <a:extLst>
              <a:ext uri="{FF2B5EF4-FFF2-40B4-BE49-F238E27FC236}">
                <a16:creationId xmlns:a16="http://schemas.microsoft.com/office/drawing/2014/main" id="{85AD83FA-3207-4F69-6700-D617B94C96DC}"/>
              </a:ext>
            </a:extLst>
          </p:cNvPr>
          <p:cNvSpPr>
            <a:spLocks noGrp="1"/>
          </p:cNvSpPr>
          <p:nvPr>
            <p:ph type="ftr" sz="quarter" idx="11"/>
          </p:nvPr>
        </p:nvSpPr>
        <p:spPr/>
        <p:txBody>
          <a:bodyPr/>
          <a:lstStyle/>
          <a:p>
            <a:r>
              <a:rPr lang="de-DE" dirty="0"/>
              <a:t>Damage detection of Bearings – Condition Monitoring (Vibration Based methods)</a:t>
            </a:r>
          </a:p>
        </p:txBody>
      </p:sp>
      <p:sp>
        <p:nvSpPr>
          <p:cNvPr id="5" name="Foliennummernplatzhalter 4">
            <a:extLst>
              <a:ext uri="{FF2B5EF4-FFF2-40B4-BE49-F238E27FC236}">
                <a16:creationId xmlns:a16="http://schemas.microsoft.com/office/drawing/2014/main" id="{33A121C3-7D62-218D-FFC6-5311FC7B6D63}"/>
              </a:ext>
            </a:extLst>
          </p:cNvPr>
          <p:cNvSpPr>
            <a:spLocks noGrp="1"/>
          </p:cNvSpPr>
          <p:nvPr>
            <p:ph type="sldNum" sz="quarter" idx="12"/>
          </p:nvPr>
        </p:nvSpPr>
        <p:spPr/>
        <p:txBody>
          <a:bodyPr/>
          <a:lstStyle/>
          <a:p>
            <a:fld id="{2155E1C8-C15B-4C47-AD9F-B8F50D129449}" type="slidenum">
              <a:rPr lang="de-DE" smtClean="0"/>
              <a:pPr/>
              <a:t>6</a:t>
            </a:fld>
            <a:endParaRPr lang="de-DE"/>
          </a:p>
        </p:txBody>
      </p:sp>
      <p:grpSp>
        <p:nvGrpSpPr>
          <p:cNvPr id="2" name="Group 1">
            <a:extLst>
              <a:ext uri="{FF2B5EF4-FFF2-40B4-BE49-F238E27FC236}">
                <a16:creationId xmlns:a16="http://schemas.microsoft.com/office/drawing/2014/main" id="{F81B1AB1-C2AD-3A0E-1F40-9A5F1E45FBEE}"/>
              </a:ext>
            </a:extLst>
          </p:cNvPr>
          <p:cNvGrpSpPr/>
          <p:nvPr/>
        </p:nvGrpSpPr>
        <p:grpSpPr>
          <a:xfrm>
            <a:off x="610924" y="827864"/>
            <a:ext cx="10513432" cy="2762850"/>
            <a:chOff x="119337" y="980816"/>
            <a:chExt cx="11858342" cy="3116283"/>
          </a:xfrm>
        </p:grpSpPr>
        <p:pic>
          <p:nvPicPr>
            <p:cNvPr id="6" name="Picture 5">
              <a:extLst>
                <a:ext uri="{FF2B5EF4-FFF2-40B4-BE49-F238E27FC236}">
                  <a16:creationId xmlns:a16="http://schemas.microsoft.com/office/drawing/2014/main" id="{23214E63-8DE5-37EA-8744-A3F4C666F33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9337" y="980816"/>
              <a:ext cx="4117384" cy="3088039"/>
            </a:xfrm>
            <a:prstGeom prst="rect">
              <a:avLst/>
            </a:prstGeom>
          </p:spPr>
        </p:pic>
        <p:pic>
          <p:nvPicPr>
            <p:cNvPr id="8" name="Picture 7">
              <a:extLst>
                <a:ext uri="{FF2B5EF4-FFF2-40B4-BE49-F238E27FC236}">
                  <a16:creationId xmlns:a16="http://schemas.microsoft.com/office/drawing/2014/main" id="{50C9D40F-5249-98E9-6A02-848036D94DA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947510" y="980816"/>
              <a:ext cx="4141736" cy="3106303"/>
            </a:xfrm>
            <a:prstGeom prst="rect">
              <a:avLst/>
            </a:prstGeom>
          </p:spPr>
        </p:pic>
        <p:pic>
          <p:nvPicPr>
            <p:cNvPr id="10" name="Picture 9">
              <a:extLst>
                <a:ext uri="{FF2B5EF4-FFF2-40B4-BE49-F238E27FC236}">
                  <a16:creationId xmlns:a16="http://schemas.microsoft.com/office/drawing/2014/main" id="{26642D2F-3AF3-4F93-B724-9B5AD487BD7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835943" y="990796"/>
              <a:ext cx="4141736" cy="3106303"/>
            </a:xfrm>
            <a:prstGeom prst="rect">
              <a:avLst/>
            </a:prstGeom>
          </p:spPr>
        </p:pic>
      </p:grpSp>
      <p:grpSp>
        <p:nvGrpSpPr>
          <p:cNvPr id="20" name="Group 19">
            <a:extLst>
              <a:ext uri="{FF2B5EF4-FFF2-40B4-BE49-F238E27FC236}">
                <a16:creationId xmlns:a16="http://schemas.microsoft.com/office/drawing/2014/main" id="{0D3573AE-FAB7-A4B5-998A-BB70082223D3}"/>
              </a:ext>
            </a:extLst>
          </p:cNvPr>
          <p:cNvGrpSpPr/>
          <p:nvPr/>
        </p:nvGrpSpPr>
        <p:grpSpPr>
          <a:xfrm>
            <a:off x="600130" y="3546470"/>
            <a:ext cx="10513432" cy="2762849"/>
            <a:chOff x="119337" y="980816"/>
            <a:chExt cx="11858342" cy="3116282"/>
          </a:xfrm>
        </p:grpSpPr>
        <p:pic>
          <p:nvPicPr>
            <p:cNvPr id="21" name="Picture 20">
              <a:extLst>
                <a:ext uri="{FF2B5EF4-FFF2-40B4-BE49-F238E27FC236}">
                  <a16:creationId xmlns:a16="http://schemas.microsoft.com/office/drawing/2014/main" id="{F8A6B973-D625-09B7-78DC-6D5E50BC9A8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9337" y="980816"/>
              <a:ext cx="4117384" cy="3088039"/>
            </a:xfrm>
            <a:prstGeom prst="rect">
              <a:avLst/>
            </a:prstGeom>
          </p:spPr>
        </p:pic>
        <p:pic>
          <p:nvPicPr>
            <p:cNvPr id="22" name="Picture 21">
              <a:extLst>
                <a:ext uri="{FF2B5EF4-FFF2-40B4-BE49-F238E27FC236}">
                  <a16:creationId xmlns:a16="http://schemas.microsoft.com/office/drawing/2014/main" id="{7E34BC3F-601C-7285-5E6A-2BD45638DBD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947510" y="980816"/>
              <a:ext cx="4141736" cy="3106302"/>
            </a:xfrm>
            <a:prstGeom prst="rect">
              <a:avLst/>
            </a:prstGeom>
          </p:spPr>
        </p:pic>
        <p:pic>
          <p:nvPicPr>
            <p:cNvPr id="23" name="Picture 22">
              <a:extLst>
                <a:ext uri="{FF2B5EF4-FFF2-40B4-BE49-F238E27FC236}">
                  <a16:creationId xmlns:a16="http://schemas.microsoft.com/office/drawing/2014/main" id="{6BB3AC69-2CEE-3ED3-8FD4-2BDE147CCB5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7835943" y="990796"/>
              <a:ext cx="4141736" cy="3106302"/>
            </a:xfrm>
            <a:prstGeom prst="rect">
              <a:avLst/>
            </a:prstGeom>
          </p:spPr>
        </p:pic>
      </p:grpSp>
    </p:spTree>
    <p:extLst>
      <p:ext uri="{BB962C8B-B14F-4D97-AF65-F5344CB8AC3E}">
        <p14:creationId xmlns:p14="http://schemas.microsoft.com/office/powerpoint/2010/main" val="3589735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D7A4E-9CA1-6EE4-2D88-311C9AC5E12B}"/>
            </a:ext>
          </a:extLst>
        </p:cNvPr>
        <p:cNvGrpSpPr/>
        <p:nvPr/>
      </p:nvGrpSpPr>
      <p:grpSpPr>
        <a:xfrm>
          <a:off x="0" y="0"/>
          <a:ext cx="0" cy="0"/>
          <a:chOff x="0" y="0"/>
          <a:chExt cx="0" cy="0"/>
        </a:xfrm>
      </p:grpSpPr>
      <p:sp>
        <p:nvSpPr>
          <p:cNvPr id="36" name="Titel 35">
            <a:extLst>
              <a:ext uri="{FF2B5EF4-FFF2-40B4-BE49-F238E27FC236}">
                <a16:creationId xmlns:a16="http://schemas.microsoft.com/office/drawing/2014/main" id="{0C272871-AE31-8E9E-6D36-45A477049B9D}"/>
              </a:ext>
            </a:extLst>
          </p:cNvPr>
          <p:cNvSpPr>
            <a:spLocks noGrp="1"/>
          </p:cNvSpPr>
          <p:nvPr>
            <p:ph type="title"/>
          </p:nvPr>
        </p:nvSpPr>
        <p:spPr>
          <a:xfrm>
            <a:off x="435365" y="404664"/>
            <a:ext cx="11088000" cy="864000"/>
          </a:xfrm>
        </p:spPr>
        <p:txBody>
          <a:bodyPr/>
          <a:lstStyle/>
          <a:p>
            <a:pPr algn="ctr"/>
            <a:r>
              <a:rPr lang="de-DE" u="sng" dirty="0"/>
              <a:t>Comparing Envelope PSD spectrum with Harmonics of Damage frequency:</a:t>
            </a:r>
            <a:br>
              <a:rPr lang="de-DE" u="sng" dirty="0"/>
            </a:br>
            <a:r>
              <a:rPr lang="de-DE" b="0" dirty="0">
                <a:latin typeface="+mn-lt"/>
              </a:rPr>
              <a:t>Ca</a:t>
            </a:r>
            <a:r>
              <a:rPr lang="de-DE" b="0" dirty="0">
                <a:latin typeface="Calibri" panose="020F0502020204030204" pitchFamily="34" charset="0"/>
                <a:cs typeface="Calibri" panose="020F0502020204030204" pitchFamily="34" charset="0"/>
              </a:rPr>
              <a:t>ge rotational frequency with outer ring fixed</a:t>
            </a:r>
            <a:endParaRPr lang="de-DE" b="0" dirty="0">
              <a:latin typeface="+mn-lt"/>
            </a:endParaRPr>
          </a:p>
        </p:txBody>
      </p:sp>
      <p:sp>
        <p:nvSpPr>
          <p:cNvPr id="3" name="Datumsplatzhalter 2">
            <a:extLst>
              <a:ext uri="{FF2B5EF4-FFF2-40B4-BE49-F238E27FC236}">
                <a16:creationId xmlns:a16="http://schemas.microsoft.com/office/drawing/2014/main" id="{FFBA10B4-D6F8-63C0-0A02-D3FA927C13A4}"/>
              </a:ext>
            </a:extLst>
          </p:cNvPr>
          <p:cNvSpPr>
            <a:spLocks noGrp="1"/>
          </p:cNvSpPr>
          <p:nvPr>
            <p:ph type="dt" sz="half" idx="10"/>
          </p:nvPr>
        </p:nvSpPr>
        <p:spPr/>
        <p:txBody>
          <a:bodyPr/>
          <a:lstStyle/>
          <a:p>
            <a:r>
              <a:rPr lang="de-DE" dirty="0"/>
              <a:t>13 March 2024</a:t>
            </a:r>
          </a:p>
        </p:txBody>
      </p:sp>
      <p:sp>
        <p:nvSpPr>
          <p:cNvPr id="4" name="Fußzeilenplatzhalter 3">
            <a:extLst>
              <a:ext uri="{FF2B5EF4-FFF2-40B4-BE49-F238E27FC236}">
                <a16:creationId xmlns:a16="http://schemas.microsoft.com/office/drawing/2014/main" id="{4AACE627-681D-91BB-D1AA-0B526DA190D1}"/>
              </a:ext>
            </a:extLst>
          </p:cNvPr>
          <p:cNvSpPr>
            <a:spLocks noGrp="1"/>
          </p:cNvSpPr>
          <p:nvPr>
            <p:ph type="ftr" sz="quarter" idx="11"/>
          </p:nvPr>
        </p:nvSpPr>
        <p:spPr/>
        <p:txBody>
          <a:bodyPr/>
          <a:lstStyle/>
          <a:p>
            <a:r>
              <a:rPr lang="de-DE" dirty="0"/>
              <a:t>Damage detection of Bearings – Condition Monitoring (Vibration Based methods)</a:t>
            </a:r>
          </a:p>
        </p:txBody>
      </p:sp>
      <p:sp>
        <p:nvSpPr>
          <p:cNvPr id="5" name="Foliennummernplatzhalter 4">
            <a:extLst>
              <a:ext uri="{FF2B5EF4-FFF2-40B4-BE49-F238E27FC236}">
                <a16:creationId xmlns:a16="http://schemas.microsoft.com/office/drawing/2014/main" id="{955926B9-0015-CE08-80C9-0D8BF9C894C2}"/>
              </a:ext>
            </a:extLst>
          </p:cNvPr>
          <p:cNvSpPr>
            <a:spLocks noGrp="1"/>
          </p:cNvSpPr>
          <p:nvPr>
            <p:ph type="sldNum" sz="quarter" idx="12"/>
          </p:nvPr>
        </p:nvSpPr>
        <p:spPr/>
        <p:txBody>
          <a:bodyPr/>
          <a:lstStyle/>
          <a:p>
            <a:fld id="{2155E1C8-C15B-4C47-AD9F-B8F50D129449}" type="slidenum">
              <a:rPr lang="de-DE" smtClean="0"/>
              <a:pPr/>
              <a:t>7</a:t>
            </a:fld>
            <a:endParaRPr lang="de-DE"/>
          </a:p>
        </p:txBody>
      </p:sp>
      <p:grpSp>
        <p:nvGrpSpPr>
          <p:cNvPr id="20" name="Group 19">
            <a:extLst>
              <a:ext uri="{FF2B5EF4-FFF2-40B4-BE49-F238E27FC236}">
                <a16:creationId xmlns:a16="http://schemas.microsoft.com/office/drawing/2014/main" id="{6968E828-D3FF-5202-54B4-759B2AFCEF0F}"/>
              </a:ext>
            </a:extLst>
          </p:cNvPr>
          <p:cNvGrpSpPr/>
          <p:nvPr/>
        </p:nvGrpSpPr>
        <p:grpSpPr>
          <a:xfrm>
            <a:off x="119336" y="1700808"/>
            <a:ext cx="11782502" cy="3096352"/>
            <a:chOff x="119337" y="980816"/>
            <a:chExt cx="11858342" cy="3116283"/>
          </a:xfrm>
        </p:grpSpPr>
        <p:pic>
          <p:nvPicPr>
            <p:cNvPr id="21" name="Picture 20">
              <a:extLst>
                <a:ext uri="{FF2B5EF4-FFF2-40B4-BE49-F238E27FC236}">
                  <a16:creationId xmlns:a16="http://schemas.microsoft.com/office/drawing/2014/main" id="{4B33D627-1E1D-54C2-AC74-C79663A0874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9337" y="980816"/>
              <a:ext cx="4117383" cy="3088038"/>
            </a:xfrm>
            <a:prstGeom prst="rect">
              <a:avLst/>
            </a:prstGeom>
          </p:spPr>
        </p:pic>
        <p:pic>
          <p:nvPicPr>
            <p:cNvPr id="22" name="Picture 21">
              <a:extLst>
                <a:ext uri="{FF2B5EF4-FFF2-40B4-BE49-F238E27FC236}">
                  <a16:creationId xmlns:a16="http://schemas.microsoft.com/office/drawing/2014/main" id="{F7D90346-0A20-EAF3-DE37-52937BA8092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947510" y="980816"/>
              <a:ext cx="4141736" cy="3106303"/>
            </a:xfrm>
            <a:prstGeom prst="rect">
              <a:avLst/>
            </a:prstGeom>
          </p:spPr>
        </p:pic>
        <p:pic>
          <p:nvPicPr>
            <p:cNvPr id="23" name="Picture 22">
              <a:extLst>
                <a:ext uri="{FF2B5EF4-FFF2-40B4-BE49-F238E27FC236}">
                  <a16:creationId xmlns:a16="http://schemas.microsoft.com/office/drawing/2014/main" id="{99C2F772-6842-621B-F0E6-EB4D7FEAE31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835943" y="990796"/>
              <a:ext cx="4141736" cy="3106303"/>
            </a:xfrm>
            <a:prstGeom prst="rect">
              <a:avLst/>
            </a:prstGeom>
          </p:spPr>
        </p:pic>
      </p:grpSp>
      <p:sp>
        <p:nvSpPr>
          <p:cNvPr id="2" name="TextBox 1">
            <a:extLst>
              <a:ext uri="{FF2B5EF4-FFF2-40B4-BE49-F238E27FC236}">
                <a16:creationId xmlns:a16="http://schemas.microsoft.com/office/drawing/2014/main" id="{D051A5C7-1411-5566-7597-D580161AB8CB}"/>
              </a:ext>
            </a:extLst>
          </p:cNvPr>
          <p:cNvSpPr txBox="1"/>
          <p:nvPr/>
        </p:nvSpPr>
        <p:spPr>
          <a:xfrm>
            <a:off x="1024218" y="5179318"/>
            <a:ext cx="9910293" cy="646331"/>
          </a:xfrm>
          <a:prstGeom prst="rect">
            <a:avLst/>
          </a:prstGeom>
          <a:noFill/>
        </p:spPr>
        <p:txBody>
          <a:bodyPr wrap="square" rtlCol="0">
            <a:spAutoFit/>
          </a:bodyPr>
          <a:lstStyle/>
          <a:p>
            <a:r>
              <a:rPr lang="en-US" dirty="0"/>
              <a:t>In Signal 3 the amplitude of frequency 280.4 Hz aligns with the Harmonics of Cage rotational Frequency at 278.10 Hz when the outer ring is fixed. Hence there occurred a damage in signal 3.</a:t>
            </a:r>
          </a:p>
        </p:txBody>
      </p:sp>
    </p:spTree>
    <p:extLst>
      <p:ext uri="{BB962C8B-B14F-4D97-AF65-F5344CB8AC3E}">
        <p14:creationId xmlns:p14="http://schemas.microsoft.com/office/powerpoint/2010/main" val="3014638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4C477-76D5-157A-F56D-B8CB46138D32}"/>
            </a:ext>
          </a:extLst>
        </p:cNvPr>
        <p:cNvGrpSpPr/>
        <p:nvPr/>
      </p:nvGrpSpPr>
      <p:grpSpPr>
        <a:xfrm>
          <a:off x="0" y="0"/>
          <a:ext cx="0" cy="0"/>
          <a:chOff x="0" y="0"/>
          <a:chExt cx="0" cy="0"/>
        </a:xfrm>
      </p:grpSpPr>
      <p:sp>
        <p:nvSpPr>
          <p:cNvPr id="36" name="Titel 35">
            <a:extLst>
              <a:ext uri="{FF2B5EF4-FFF2-40B4-BE49-F238E27FC236}">
                <a16:creationId xmlns:a16="http://schemas.microsoft.com/office/drawing/2014/main" id="{863EF462-AB32-C459-4800-F06AAFD6AFA8}"/>
              </a:ext>
            </a:extLst>
          </p:cNvPr>
          <p:cNvSpPr>
            <a:spLocks noGrp="1"/>
          </p:cNvSpPr>
          <p:nvPr>
            <p:ph type="title"/>
          </p:nvPr>
        </p:nvSpPr>
        <p:spPr>
          <a:xfrm>
            <a:off x="435365" y="404664"/>
            <a:ext cx="11088000" cy="864000"/>
          </a:xfrm>
        </p:spPr>
        <p:txBody>
          <a:bodyPr/>
          <a:lstStyle/>
          <a:p>
            <a:pPr algn="ctr"/>
            <a:r>
              <a:rPr lang="de-DE" u="sng" dirty="0"/>
              <a:t>Comparing Envelope PSD spectrum with Harmonics of Damage frequency:</a:t>
            </a:r>
            <a:br>
              <a:rPr lang="de-DE" u="sng" dirty="0"/>
            </a:br>
            <a:r>
              <a:rPr lang="de-DE" b="0" dirty="0">
                <a:latin typeface="+mn-lt"/>
              </a:rPr>
              <a:t>Ca</a:t>
            </a:r>
            <a:r>
              <a:rPr lang="de-DE" b="0" dirty="0">
                <a:latin typeface="Calibri" panose="020F0502020204030204" pitchFamily="34" charset="0"/>
                <a:cs typeface="Calibri" panose="020F0502020204030204" pitchFamily="34" charset="0"/>
              </a:rPr>
              <a:t>ge rotational frequency with inner ring fixed</a:t>
            </a:r>
            <a:endParaRPr lang="de-DE" b="0" dirty="0">
              <a:latin typeface="+mn-lt"/>
            </a:endParaRPr>
          </a:p>
        </p:txBody>
      </p:sp>
      <p:sp>
        <p:nvSpPr>
          <p:cNvPr id="3" name="Datumsplatzhalter 2">
            <a:extLst>
              <a:ext uri="{FF2B5EF4-FFF2-40B4-BE49-F238E27FC236}">
                <a16:creationId xmlns:a16="http://schemas.microsoft.com/office/drawing/2014/main" id="{31FAD98F-29F9-76C1-DBB4-99089E0E2D29}"/>
              </a:ext>
            </a:extLst>
          </p:cNvPr>
          <p:cNvSpPr>
            <a:spLocks noGrp="1"/>
          </p:cNvSpPr>
          <p:nvPr>
            <p:ph type="dt" sz="half" idx="10"/>
          </p:nvPr>
        </p:nvSpPr>
        <p:spPr/>
        <p:txBody>
          <a:bodyPr/>
          <a:lstStyle/>
          <a:p>
            <a:r>
              <a:rPr lang="de-DE" dirty="0"/>
              <a:t>13 March 2024</a:t>
            </a:r>
          </a:p>
        </p:txBody>
      </p:sp>
      <p:sp>
        <p:nvSpPr>
          <p:cNvPr id="4" name="Fußzeilenplatzhalter 3">
            <a:extLst>
              <a:ext uri="{FF2B5EF4-FFF2-40B4-BE49-F238E27FC236}">
                <a16:creationId xmlns:a16="http://schemas.microsoft.com/office/drawing/2014/main" id="{AC4B65E1-6679-252E-075A-8AF563353B12}"/>
              </a:ext>
            </a:extLst>
          </p:cNvPr>
          <p:cNvSpPr>
            <a:spLocks noGrp="1"/>
          </p:cNvSpPr>
          <p:nvPr>
            <p:ph type="ftr" sz="quarter" idx="11"/>
          </p:nvPr>
        </p:nvSpPr>
        <p:spPr/>
        <p:txBody>
          <a:bodyPr/>
          <a:lstStyle/>
          <a:p>
            <a:r>
              <a:rPr lang="de-DE" dirty="0"/>
              <a:t>Damage detection of Bearings – Condition Monitoring (Vibration Based methods)</a:t>
            </a:r>
          </a:p>
        </p:txBody>
      </p:sp>
      <p:sp>
        <p:nvSpPr>
          <p:cNvPr id="5" name="Foliennummernplatzhalter 4">
            <a:extLst>
              <a:ext uri="{FF2B5EF4-FFF2-40B4-BE49-F238E27FC236}">
                <a16:creationId xmlns:a16="http://schemas.microsoft.com/office/drawing/2014/main" id="{6073FD04-F355-C7FC-F8EF-FB092F3307ED}"/>
              </a:ext>
            </a:extLst>
          </p:cNvPr>
          <p:cNvSpPr>
            <a:spLocks noGrp="1"/>
          </p:cNvSpPr>
          <p:nvPr>
            <p:ph type="sldNum" sz="quarter" idx="12"/>
          </p:nvPr>
        </p:nvSpPr>
        <p:spPr/>
        <p:txBody>
          <a:bodyPr/>
          <a:lstStyle/>
          <a:p>
            <a:fld id="{2155E1C8-C15B-4C47-AD9F-B8F50D129449}" type="slidenum">
              <a:rPr lang="de-DE" smtClean="0"/>
              <a:pPr/>
              <a:t>8</a:t>
            </a:fld>
            <a:endParaRPr lang="de-DE"/>
          </a:p>
        </p:txBody>
      </p:sp>
      <p:grpSp>
        <p:nvGrpSpPr>
          <p:cNvPr id="20" name="Group 19">
            <a:extLst>
              <a:ext uri="{FF2B5EF4-FFF2-40B4-BE49-F238E27FC236}">
                <a16:creationId xmlns:a16="http://schemas.microsoft.com/office/drawing/2014/main" id="{08603BF8-4BF3-1538-0B12-E906B7A12502}"/>
              </a:ext>
            </a:extLst>
          </p:cNvPr>
          <p:cNvGrpSpPr/>
          <p:nvPr/>
        </p:nvGrpSpPr>
        <p:grpSpPr>
          <a:xfrm>
            <a:off x="119336" y="1700808"/>
            <a:ext cx="11782502" cy="3096352"/>
            <a:chOff x="119337" y="980816"/>
            <a:chExt cx="11858342" cy="3116283"/>
          </a:xfrm>
        </p:grpSpPr>
        <p:pic>
          <p:nvPicPr>
            <p:cNvPr id="21" name="Picture 20">
              <a:extLst>
                <a:ext uri="{FF2B5EF4-FFF2-40B4-BE49-F238E27FC236}">
                  <a16:creationId xmlns:a16="http://schemas.microsoft.com/office/drawing/2014/main" id="{19DC6F51-24B9-F978-9629-086C1513BAB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9337" y="980816"/>
              <a:ext cx="4117383" cy="3088037"/>
            </a:xfrm>
            <a:prstGeom prst="rect">
              <a:avLst/>
            </a:prstGeom>
          </p:spPr>
        </p:pic>
        <p:pic>
          <p:nvPicPr>
            <p:cNvPr id="22" name="Picture 21">
              <a:extLst>
                <a:ext uri="{FF2B5EF4-FFF2-40B4-BE49-F238E27FC236}">
                  <a16:creationId xmlns:a16="http://schemas.microsoft.com/office/drawing/2014/main" id="{A4B7FB9C-D7D2-3AF7-D895-494A568C853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947510" y="980816"/>
              <a:ext cx="4141736" cy="3106303"/>
            </a:xfrm>
            <a:prstGeom prst="rect">
              <a:avLst/>
            </a:prstGeom>
          </p:spPr>
        </p:pic>
        <p:pic>
          <p:nvPicPr>
            <p:cNvPr id="23" name="Picture 22">
              <a:extLst>
                <a:ext uri="{FF2B5EF4-FFF2-40B4-BE49-F238E27FC236}">
                  <a16:creationId xmlns:a16="http://schemas.microsoft.com/office/drawing/2014/main" id="{59CBA9A8-5906-23E1-119E-A3C4EFDAA53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835943" y="990796"/>
              <a:ext cx="4141736" cy="3106303"/>
            </a:xfrm>
            <a:prstGeom prst="rect">
              <a:avLst/>
            </a:prstGeom>
          </p:spPr>
        </p:pic>
      </p:grpSp>
      <p:sp>
        <p:nvSpPr>
          <p:cNvPr id="2" name="TextBox 1">
            <a:extLst>
              <a:ext uri="{FF2B5EF4-FFF2-40B4-BE49-F238E27FC236}">
                <a16:creationId xmlns:a16="http://schemas.microsoft.com/office/drawing/2014/main" id="{B7C1B20B-4317-1F5B-9462-1C3887B59C84}"/>
              </a:ext>
            </a:extLst>
          </p:cNvPr>
          <p:cNvSpPr txBox="1"/>
          <p:nvPr/>
        </p:nvSpPr>
        <p:spPr>
          <a:xfrm>
            <a:off x="1024218" y="5179318"/>
            <a:ext cx="9910293" cy="646331"/>
          </a:xfrm>
          <a:prstGeom prst="rect">
            <a:avLst/>
          </a:prstGeom>
          <a:noFill/>
        </p:spPr>
        <p:txBody>
          <a:bodyPr wrap="square" rtlCol="0">
            <a:spAutoFit/>
          </a:bodyPr>
          <a:lstStyle/>
          <a:p>
            <a:r>
              <a:rPr lang="en-US" dirty="0"/>
              <a:t>In Signal 1 the amplitude of frequency 23.53 Hz aligns with the Harmonics of Cage rotational Frequency at 25.62 Hz when the inner ring is fixed. Hence there occurred a damage in signal 1.</a:t>
            </a:r>
          </a:p>
        </p:txBody>
      </p:sp>
    </p:spTree>
    <p:extLst>
      <p:ext uri="{BB962C8B-B14F-4D97-AF65-F5344CB8AC3E}">
        <p14:creationId xmlns:p14="http://schemas.microsoft.com/office/powerpoint/2010/main" val="61099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C5499-8207-8075-94AC-BE83DD4E7897}"/>
            </a:ext>
          </a:extLst>
        </p:cNvPr>
        <p:cNvGrpSpPr/>
        <p:nvPr/>
      </p:nvGrpSpPr>
      <p:grpSpPr>
        <a:xfrm>
          <a:off x="0" y="0"/>
          <a:ext cx="0" cy="0"/>
          <a:chOff x="0" y="0"/>
          <a:chExt cx="0" cy="0"/>
        </a:xfrm>
      </p:grpSpPr>
      <p:sp>
        <p:nvSpPr>
          <p:cNvPr id="36" name="Titel 35">
            <a:extLst>
              <a:ext uri="{FF2B5EF4-FFF2-40B4-BE49-F238E27FC236}">
                <a16:creationId xmlns:a16="http://schemas.microsoft.com/office/drawing/2014/main" id="{E42B240D-FC97-BDC9-B8D2-814C89D10409}"/>
              </a:ext>
            </a:extLst>
          </p:cNvPr>
          <p:cNvSpPr>
            <a:spLocks noGrp="1"/>
          </p:cNvSpPr>
          <p:nvPr>
            <p:ph type="title"/>
          </p:nvPr>
        </p:nvSpPr>
        <p:spPr>
          <a:xfrm>
            <a:off x="435365" y="404664"/>
            <a:ext cx="11088000" cy="864000"/>
          </a:xfrm>
        </p:spPr>
        <p:txBody>
          <a:bodyPr/>
          <a:lstStyle/>
          <a:p>
            <a:pPr algn="ctr"/>
            <a:r>
              <a:rPr lang="de-DE" u="sng" dirty="0"/>
              <a:t>Comparing Envelope PSD spectrum with Harmonics of Damage frequency:</a:t>
            </a:r>
            <a:br>
              <a:rPr lang="de-DE" u="sng" dirty="0"/>
            </a:br>
            <a:r>
              <a:rPr lang="de-DE" b="0" dirty="0">
                <a:latin typeface="+mn-lt"/>
              </a:rPr>
              <a:t>Rollover frequency of an irregularity on the outer ring</a:t>
            </a:r>
          </a:p>
        </p:txBody>
      </p:sp>
      <p:sp>
        <p:nvSpPr>
          <p:cNvPr id="3" name="Datumsplatzhalter 2">
            <a:extLst>
              <a:ext uri="{FF2B5EF4-FFF2-40B4-BE49-F238E27FC236}">
                <a16:creationId xmlns:a16="http://schemas.microsoft.com/office/drawing/2014/main" id="{B443B49E-1B46-8655-A45B-9EE2D3030929}"/>
              </a:ext>
            </a:extLst>
          </p:cNvPr>
          <p:cNvSpPr>
            <a:spLocks noGrp="1"/>
          </p:cNvSpPr>
          <p:nvPr>
            <p:ph type="dt" sz="half" idx="10"/>
          </p:nvPr>
        </p:nvSpPr>
        <p:spPr/>
        <p:txBody>
          <a:bodyPr/>
          <a:lstStyle/>
          <a:p>
            <a:r>
              <a:rPr lang="de-DE" dirty="0"/>
              <a:t>13 March 2024</a:t>
            </a:r>
          </a:p>
        </p:txBody>
      </p:sp>
      <p:sp>
        <p:nvSpPr>
          <p:cNvPr id="4" name="Fußzeilenplatzhalter 3">
            <a:extLst>
              <a:ext uri="{FF2B5EF4-FFF2-40B4-BE49-F238E27FC236}">
                <a16:creationId xmlns:a16="http://schemas.microsoft.com/office/drawing/2014/main" id="{5A900891-C105-417E-A72F-061908237A7F}"/>
              </a:ext>
            </a:extLst>
          </p:cNvPr>
          <p:cNvSpPr>
            <a:spLocks noGrp="1"/>
          </p:cNvSpPr>
          <p:nvPr>
            <p:ph type="ftr" sz="quarter" idx="11"/>
          </p:nvPr>
        </p:nvSpPr>
        <p:spPr/>
        <p:txBody>
          <a:bodyPr/>
          <a:lstStyle/>
          <a:p>
            <a:r>
              <a:rPr lang="de-DE" dirty="0"/>
              <a:t>Damage detection of Bearings – Condition Monitoring (Vibration Based methods)</a:t>
            </a:r>
          </a:p>
        </p:txBody>
      </p:sp>
      <p:sp>
        <p:nvSpPr>
          <p:cNvPr id="5" name="Foliennummernplatzhalter 4">
            <a:extLst>
              <a:ext uri="{FF2B5EF4-FFF2-40B4-BE49-F238E27FC236}">
                <a16:creationId xmlns:a16="http://schemas.microsoft.com/office/drawing/2014/main" id="{BC65317A-9579-CB85-DA80-5B411F2EFA26}"/>
              </a:ext>
            </a:extLst>
          </p:cNvPr>
          <p:cNvSpPr>
            <a:spLocks noGrp="1"/>
          </p:cNvSpPr>
          <p:nvPr>
            <p:ph type="sldNum" sz="quarter" idx="12"/>
          </p:nvPr>
        </p:nvSpPr>
        <p:spPr/>
        <p:txBody>
          <a:bodyPr/>
          <a:lstStyle/>
          <a:p>
            <a:fld id="{2155E1C8-C15B-4C47-AD9F-B8F50D129449}" type="slidenum">
              <a:rPr lang="de-DE" smtClean="0"/>
              <a:pPr/>
              <a:t>9</a:t>
            </a:fld>
            <a:endParaRPr lang="de-DE"/>
          </a:p>
        </p:txBody>
      </p:sp>
      <p:grpSp>
        <p:nvGrpSpPr>
          <p:cNvPr id="20" name="Group 19">
            <a:extLst>
              <a:ext uri="{FF2B5EF4-FFF2-40B4-BE49-F238E27FC236}">
                <a16:creationId xmlns:a16="http://schemas.microsoft.com/office/drawing/2014/main" id="{EE993F45-FDBA-C14C-82DA-EFD4DCB658F7}"/>
              </a:ext>
            </a:extLst>
          </p:cNvPr>
          <p:cNvGrpSpPr/>
          <p:nvPr/>
        </p:nvGrpSpPr>
        <p:grpSpPr>
          <a:xfrm>
            <a:off x="119336" y="1700808"/>
            <a:ext cx="11782502" cy="3096352"/>
            <a:chOff x="119337" y="980816"/>
            <a:chExt cx="11858342" cy="3116283"/>
          </a:xfrm>
        </p:grpSpPr>
        <p:pic>
          <p:nvPicPr>
            <p:cNvPr id="21" name="Picture 20">
              <a:extLst>
                <a:ext uri="{FF2B5EF4-FFF2-40B4-BE49-F238E27FC236}">
                  <a16:creationId xmlns:a16="http://schemas.microsoft.com/office/drawing/2014/main" id="{F85FF264-1E5D-4B18-52BC-CAEEB2194FF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9337" y="980816"/>
              <a:ext cx="4117382" cy="3088037"/>
            </a:xfrm>
            <a:prstGeom prst="rect">
              <a:avLst/>
            </a:prstGeom>
          </p:spPr>
        </p:pic>
        <p:pic>
          <p:nvPicPr>
            <p:cNvPr id="22" name="Picture 21">
              <a:extLst>
                <a:ext uri="{FF2B5EF4-FFF2-40B4-BE49-F238E27FC236}">
                  <a16:creationId xmlns:a16="http://schemas.microsoft.com/office/drawing/2014/main" id="{DA83D3A2-4E59-68F0-CA65-7D33D13CE59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947510" y="980816"/>
              <a:ext cx="4141736" cy="3106303"/>
            </a:xfrm>
            <a:prstGeom prst="rect">
              <a:avLst/>
            </a:prstGeom>
          </p:spPr>
        </p:pic>
        <p:pic>
          <p:nvPicPr>
            <p:cNvPr id="23" name="Picture 22">
              <a:extLst>
                <a:ext uri="{FF2B5EF4-FFF2-40B4-BE49-F238E27FC236}">
                  <a16:creationId xmlns:a16="http://schemas.microsoft.com/office/drawing/2014/main" id="{579FA697-FFF5-8871-A70A-90F5C6A9435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835943" y="990796"/>
              <a:ext cx="4141736" cy="3106303"/>
            </a:xfrm>
            <a:prstGeom prst="rect">
              <a:avLst/>
            </a:prstGeom>
          </p:spPr>
        </p:pic>
      </p:grpSp>
      <p:sp>
        <p:nvSpPr>
          <p:cNvPr id="2" name="TextBox 1">
            <a:extLst>
              <a:ext uri="{FF2B5EF4-FFF2-40B4-BE49-F238E27FC236}">
                <a16:creationId xmlns:a16="http://schemas.microsoft.com/office/drawing/2014/main" id="{049B99E7-82B3-677E-D030-D1D3D923D61D}"/>
              </a:ext>
            </a:extLst>
          </p:cNvPr>
          <p:cNvSpPr txBox="1"/>
          <p:nvPr/>
        </p:nvSpPr>
        <p:spPr>
          <a:xfrm>
            <a:off x="1024218" y="5179318"/>
            <a:ext cx="9910293" cy="646331"/>
          </a:xfrm>
          <a:prstGeom prst="rect">
            <a:avLst/>
          </a:prstGeom>
          <a:noFill/>
        </p:spPr>
        <p:txBody>
          <a:bodyPr wrap="square" rtlCol="0">
            <a:spAutoFit/>
          </a:bodyPr>
          <a:lstStyle/>
          <a:p>
            <a:r>
              <a:rPr lang="en-US" dirty="0"/>
              <a:t>In Signal 3 the amplitude of frequency 280.42 Hz aligns with the Harmonics of </a:t>
            </a:r>
            <a:r>
              <a:rPr lang="de-DE" dirty="0"/>
              <a:t>r</a:t>
            </a:r>
            <a:r>
              <a:rPr lang="de-DE" b="0" dirty="0">
                <a:latin typeface="+mn-lt"/>
              </a:rPr>
              <a:t>ollover frequency of an irregularity on the outer ring </a:t>
            </a:r>
            <a:r>
              <a:rPr lang="en-US" dirty="0"/>
              <a:t>at 278.10 Hz. Hence there occurred a damage in signal 3.</a:t>
            </a:r>
          </a:p>
        </p:txBody>
      </p:sp>
    </p:spTree>
    <p:extLst>
      <p:ext uri="{BB962C8B-B14F-4D97-AF65-F5344CB8AC3E}">
        <p14:creationId xmlns:p14="http://schemas.microsoft.com/office/powerpoint/2010/main" val="1100739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3AAAF-AF61-8391-CBAD-EC3FBCB6B4B6}"/>
            </a:ext>
          </a:extLst>
        </p:cNvPr>
        <p:cNvGrpSpPr/>
        <p:nvPr/>
      </p:nvGrpSpPr>
      <p:grpSpPr>
        <a:xfrm>
          <a:off x="0" y="0"/>
          <a:ext cx="0" cy="0"/>
          <a:chOff x="0" y="0"/>
          <a:chExt cx="0" cy="0"/>
        </a:xfrm>
      </p:grpSpPr>
      <p:sp>
        <p:nvSpPr>
          <p:cNvPr id="36" name="Titel 35">
            <a:extLst>
              <a:ext uri="{FF2B5EF4-FFF2-40B4-BE49-F238E27FC236}">
                <a16:creationId xmlns:a16="http://schemas.microsoft.com/office/drawing/2014/main" id="{0DBD88A9-A41D-AFFA-9146-2C3C9C2BF954}"/>
              </a:ext>
            </a:extLst>
          </p:cNvPr>
          <p:cNvSpPr>
            <a:spLocks noGrp="1"/>
          </p:cNvSpPr>
          <p:nvPr>
            <p:ph type="title"/>
          </p:nvPr>
        </p:nvSpPr>
        <p:spPr>
          <a:xfrm>
            <a:off x="435365" y="404664"/>
            <a:ext cx="11088000" cy="864000"/>
          </a:xfrm>
        </p:spPr>
        <p:txBody>
          <a:bodyPr/>
          <a:lstStyle/>
          <a:p>
            <a:pPr algn="ctr"/>
            <a:r>
              <a:rPr lang="de-DE" u="sng" dirty="0"/>
              <a:t>Comparing Envelope PSD spectrum with Harmonics of Damage frequency:</a:t>
            </a:r>
            <a:br>
              <a:rPr lang="de-DE" u="sng" dirty="0"/>
            </a:br>
            <a:r>
              <a:rPr lang="de-DE" b="0" dirty="0">
                <a:latin typeface="+mn-lt"/>
              </a:rPr>
              <a:t>Rollover frequency of an irregularity on the inner ring</a:t>
            </a:r>
          </a:p>
        </p:txBody>
      </p:sp>
      <p:sp>
        <p:nvSpPr>
          <p:cNvPr id="3" name="Datumsplatzhalter 2">
            <a:extLst>
              <a:ext uri="{FF2B5EF4-FFF2-40B4-BE49-F238E27FC236}">
                <a16:creationId xmlns:a16="http://schemas.microsoft.com/office/drawing/2014/main" id="{95A6CB42-E1BF-02AD-78AE-A063C7488AFF}"/>
              </a:ext>
            </a:extLst>
          </p:cNvPr>
          <p:cNvSpPr>
            <a:spLocks noGrp="1"/>
          </p:cNvSpPr>
          <p:nvPr>
            <p:ph type="dt" sz="half" idx="10"/>
          </p:nvPr>
        </p:nvSpPr>
        <p:spPr/>
        <p:txBody>
          <a:bodyPr/>
          <a:lstStyle/>
          <a:p>
            <a:r>
              <a:rPr lang="de-DE" dirty="0"/>
              <a:t>13 March 2024</a:t>
            </a:r>
          </a:p>
        </p:txBody>
      </p:sp>
      <p:sp>
        <p:nvSpPr>
          <p:cNvPr id="4" name="Fußzeilenplatzhalter 3">
            <a:extLst>
              <a:ext uri="{FF2B5EF4-FFF2-40B4-BE49-F238E27FC236}">
                <a16:creationId xmlns:a16="http://schemas.microsoft.com/office/drawing/2014/main" id="{16ABB079-903E-FAB5-59AD-FC74D4D63B34}"/>
              </a:ext>
            </a:extLst>
          </p:cNvPr>
          <p:cNvSpPr>
            <a:spLocks noGrp="1"/>
          </p:cNvSpPr>
          <p:nvPr>
            <p:ph type="ftr" sz="quarter" idx="11"/>
          </p:nvPr>
        </p:nvSpPr>
        <p:spPr/>
        <p:txBody>
          <a:bodyPr/>
          <a:lstStyle/>
          <a:p>
            <a:r>
              <a:rPr lang="de-DE" dirty="0"/>
              <a:t>Damage detection of Bearings – Condition Monitoring (Vibration Based methods)</a:t>
            </a:r>
          </a:p>
        </p:txBody>
      </p:sp>
      <p:sp>
        <p:nvSpPr>
          <p:cNvPr id="5" name="Foliennummernplatzhalter 4">
            <a:extLst>
              <a:ext uri="{FF2B5EF4-FFF2-40B4-BE49-F238E27FC236}">
                <a16:creationId xmlns:a16="http://schemas.microsoft.com/office/drawing/2014/main" id="{220BC3BD-B51B-00D6-AD2B-8364C8EDF9D0}"/>
              </a:ext>
            </a:extLst>
          </p:cNvPr>
          <p:cNvSpPr>
            <a:spLocks noGrp="1"/>
          </p:cNvSpPr>
          <p:nvPr>
            <p:ph type="sldNum" sz="quarter" idx="12"/>
          </p:nvPr>
        </p:nvSpPr>
        <p:spPr/>
        <p:txBody>
          <a:bodyPr/>
          <a:lstStyle/>
          <a:p>
            <a:fld id="{2155E1C8-C15B-4C47-AD9F-B8F50D129449}" type="slidenum">
              <a:rPr lang="de-DE" smtClean="0"/>
              <a:pPr/>
              <a:t>10</a:t>
            </a:fld>
            <a:endParaRPr lang="de-DE"/>
          </a:p>
        </p:txBody>
      </p:sp>
      <p:grpSp>
        <p:nvGrpSpPr>
          <p:cNvPr id="20" name="Group 19">
            <a:extLst>
              <a:ext uri="{FF2B5EF4-FFF2-40B4-BE49-F238E27FC236}">
                <a16:creationId xmlns:a16="http://schemas.microsoft.com/office/drawing/2014/main" id="{C402BD50-AAC3-F623-FD92-241291A9C8C5}"/>
              </a:ext>
            </a:extLst>
          </p:cNvPr>
          <p:cNvGrpSpPr/>
          <p:nvPr/>
        </p:nvGrpSpPr>
        <p:grpSpPr>
          <a:xfrm>
            <a:off x="119336" y="1700808"/>
            <a:ext cx="11782502" cy="3096352"/>
            <a:chOff x="119337" y="980816"/>
            <a:chExt cx="11858342" cy="3116283"/>
          </a:xfrm>
        </p:grpSpPr>
        <p:pic>
          <p:nvPicPr>
            <p:cNvPr id="21" name="Picture 20">
              <a:extLst>
                <a:ext uri="{FF2B5EF4-FFF2-40B4-BE49-F238E27FC236}">
                  <a16:creationId xmlns:a16="http://schemas.microsoft.com/office/drawing/2014/main" id="{199C0C04-E185-3363-44B4-997B77A32B2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9337" y="980816"/>
              <a:ext cx="4117382" cy="3088036"/>
            </a:xfrm>
            <a:prstGeom prst="rect">
              <a:avLst/>
            </a:prstGeom>
          </p:spPr>
        </p:pic>
        <p:pic>
          <p:nvPicPr>
            <p:cNvPr id="22" name="Picture 21">
              <a:extLst>
                <a:ext uri="{FF2B5EF4-FFF2-40B4-BE49-F238E27FC236}">
                  <a16:creationId xmlns:a16="http://schemas.microsoft.com/office/drawing/2014/main" id="{854F1C19-6AA9-4126-0A96-D5C55FE6DA0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947510" y="980816"/>
              <a:ext cx="4141736" cy="3106303"/>
            </a:xfrm>
            <a:prstGeom prst="rect">
              <a:avLst/>
            </a:prstGeom>
          </p:spPr>
        </p:pic>
        <p:pic>
          <p:nvPicPr>
            <p:cNvPr id="23" name="Picture 22">
              <a:extLst>
                <a:ext uri="{FF2B5EF4-FFF2-40B4-BE49-F238E27FC236}">
                  <a16:creationId xmlns:a16="http://schemas.microsoft.com/office/drawing/2014/main" id="{6E39DB5E-5360-EDA2-167D-D1B047D8BFF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835943" y="990796"/>
              <a:ext cx="4141736" cy="3106303"/>
            </a:xfrm>
            <a:prstGeom prst="rect">
              <a:avLst/>
            </a:prstGeom>
          </p:spPr>
        </p:pic>
      </p:grpSp>
      <p:sp>
        <p:nvSpPr>
          <p:cNvPr id="2" name="TextBox 1">
            <a:extLst>
              <a:ext uri="{FF2B5EF4-FFF2-40B4-BE49-F238E27FC236}">
                <a16:creationId xmlns:a16="http://schemas.microsoft.com/office/drawing/2014/main" id="{D143DDFE-4546-A25C-BB3A-FC1E0FB78CC9}"/>
              </a:ext>
            </a:extLst>
          </p:cNvPr>
          <p:cNvSpPr txBox="1"/>
          <p:nvPr/>
        </p:nvSpPr>
        <p:spPr>
          <a:xfrm>
            <a:off x="1024218" y="5179318"/>
            <a:ext cx="9910293" cy="646331"/>
          </a:xfrm>
          <a:prstGeom prst="rect">
            <a:avLst/>
          </a:prstGeom>
          <a:noFill/>
        </p:spPr>
        <p:txBody>
          <a:bodyPr wrap="square" rtlCol="0">
            <a:spAutoFit/>
          </a:bodyPr>
          <a:lstStyle/>
          <a:p>
            <a:pPr algn="just"/>
            <a:r>
              <a:rPr lang="en-US" dirty="0"/>
              <a:t>Here no higher energy amplitude of frequencies matches with any of the harmonics of roll over frequency of an irregularity on inner ring. Hence no damage occurred in all the three signals.</a:t>
            </a:r>
          </a:p>
        </p:txBody>
      </p:sp>
    </p:spTree>
    <p:extLst>
      <p:ext uri="{BB962C8B-B14F-4D97-AF65-F5344CB8AC3E}">
        <p14:creationId xmlns:p14="http://schemas.microsoft.com/office/powerpoint/2010/main" val="3970101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27913-B8FE-EDB1-5240-5106DA75AD59}"/>
            </a:ext>
          </a:extLst>
        </p:cNvPr>
        <p:cNvGrpSpPr/>
        <p:nvPr/>
      </p:nvGrpSpPr>
      <p:grpSpPr>
        <a:xfrm>
          <a:off x="0" y="0"/>
          <a:ext cx="0" cy="0"/>
          <a:chOff x="0" y="0"/>
          <a:chExt cx="0" cy="0"/>
        </a:xfrm>
      </p:grpSpPr>
      <p:sp>
        <p:nvSpPr>
          <p:cNvPr id="36" name="Titel 35">
            <a:extLst>
              <a:ext uri="{FF2B5EF4-FFF2-40B4-BE49-F238E27FC236}">
                <a16:creationId xmlns:a16="http://schemas.microsoft.com/office/drawing/2014/main" id="{FC2736A5-1744-ECC0-D023-97C0231997CA}"/>
              </a:ext>
            </a:extLst>
          </p:cNvPr>
          <p:cNvSpPr>
            <a:spLocks noGrp="1"/>
          </p:cNvSpPr>
          <p:nvPr>
            <p:ph type="title"/>
          </p:nvPr>
        </p:nvSpPr>
        <p:spPr>
          <a:xfrm>
            <a:off x="435365" y="404664"/>
            <a:ext cx="11088000" cy="864000"/>
          </a:xfrm>
        </p:spPr>
        <p:txBody>
          <a:bodyPr/>
          <a:lstStyle/>
          <a:p>
            <a:pPr algn="ctr"/>
            <a:r>
              <a:rPr lang="de-DE" u="sng" dirty="0"/>
              <a:t>Comparing Envelope PSD spectrum with Harmonics of Damage frequency:</a:t>
            </a:r>
            <a:br>
              <a:rPr lang="de-DE" u="sng" dirty="0"/>
            </a:br>
            <a:r>
              <a:rPr lang="de-DE" b="0" dirty="0">
                <a:latin typeface="+mn-lt"/>
              </a:rPr>
              <a:t>Rolling element spin frequency</a:t>
            </a:r>
          </a:p>
        </p:txBody>
      </p:sp>
      <p:sp>
        <p:nvSpPr>
          <p:cNvPr id="3" name="Datumsplatzhalter 2">
            <a:extLst>
              <a:ext uri="{FF2B5EF4-FFF2-40B4-BE49-F238E27FC236}">
                <a16:creationId xmlns:a16="http://schemas.microsoft.com/office/drawing/2014/main" id="{BD7811F0-7C04-317F-EC58-30F1A7A7F312}"/>
              </a:ext>
            </a:extLst>
          </p:cNvPr>
          <p:cNvSpPr>
            <a:spLocks noGrp="1"/>
          </p:cNvSpPr>
          <p:nvPr>
            <p:ph type="dt" sz="half" idx="10"/>
          </p:nvPr>
        </p:nvSpPr>
        <p:spPr/>
        <p:txBody>
          <a:bodyPr/>
          <a:lstStyle/>
          <a:p>
            <a:r>
              <a:rPr lang="de-DE" dirty="0"/>
              <a:t>13 March 2024</a:t>
            </a:r>
          </a:p>
        </p:txBody>
      </p:sp>
      <p:sp>
        <p:nvSpPr>
          <p:cNvPr id="4" name="Fußzeilenplatzhalter 3">
            <a:extLst>
              <a:ext uri="{FF2B5EF4-FFF2-40B4-BE49-F238E27FC236}">
                <a16:creationId xmlns:a16="http://schemas.microsoft.com/office/drawing/2014/main" id="{97ED38A4-E268-9A9C-6758-2624748550A5}"/>
              </a:ext>
            </a:extLst>
          </p:cNvPr>
          <p:cNvSpPr>
            <a:spLocks noGrp="1"/>
          </p:cNvSpPr>
          <p:nvPr>
            <p:ph type="ftr" sz="quarter" idx="11"/>
          </p:nvPr>
        </p:nvSpPr>
        <p:spPr/>
        <p:txBody>
          <a:bodyPr/>
          <a:lstStyle/>
          <a:p>
            <a:r>
              <a:rPr lang="de-DE" dirty="0"/>
              <a:t>Damage detection of Bearings – Condition Monitoring (Vibration Based methods)</a:t>
            </a:r>
          </a:p>
        </p:txBody>
      </p:sp>
      <p:sp>
        <p:nvSpPr>
          <p:cNvPr id="5" name="Foliennummernplatzhalter 4">
            <a:extLst>
              <a:ext uri="{FF2B5EF4-FFF2-40B4-BE49-F238E27FC236}">
                <a16:creationId xmlns:a16="http://schemas.microsoft.com/office/drawing/2014/main" id="{4C7E6396-EF01-CBB8-D08E-3133BEA0590B}"/>
              </a:ext>
            </a:extLst>
          </p:cNvPr>
          <p:cNvSpPr>
            <a:spLocks noGrp="1"/>
          </p:cNvSpPr>
          <p:nvPr>
            <p:ph type="sldNum" sz="quarter" idx="12"/>
          </p:nvPr>
        </p:nvSpPr>
        <p:spPr/>
        <p:txBody>
          <a:bodyPr/>
          <a:lstStyle/>
          <a:p>
            <a:fld id="{2155E1C8-C15B-4C47-AD9F-B8F50D129449}" type="slidenum">
              <a:rPr lang="de-DE" smtClean="0"/>
              <a:pPr/>
              <a:t>11</a:t>
            </a:fld>
            <a:endParaRPr lang="de-DE"/>
          </a:p>
        </p:txBody>
      </p:sp>
      <p:grpSp>
        <p:nvGrpSpPr>
          <p:cNvPr id="20" name="Group 19">
            <a:extLst>
              <a:ext uri="{FF2B5EF4-FFF2-40B4-BE49-F238E27FC236}">
                <a16:creationId xmlns:a16="http://schemas.microsoft.com/office/drawing/2014/main" id="{F4E3CE10-57D7-2109-0070-EB963E42FA1F}"/>
              </a:ext>
            </a:extLst>
          </p:cNvPr>
          <p:cNvGrpSpPr/>
          <p:nvPr/>
        </p:nvGrpSpPr>
        <p:grpSpPr>
          <a:xfrm>
            <a:off x="119336" y="1700808"/>
            <a:ext cx="11782502" cy="3096352"/>
            <a:chOff x="119337" y="980816"/>
            <a:chExt cx="11858342" cy="3116283"/>
          </a:xfrm>
        </p:grpSpPr>
        <p:pic>
          <p:nvPicPr>
            <p:cNvPr id="21" name="Picture 20">
              <a:extLst>
                <a:ext uri="{FF2B5EF4-FFF2-40B4-BE49-F238E27FC236}">
                  <a16:creationId xmlns:a16="http://schemas.microsoft.com/office/drawing/2014/main" id="{DEAAC36E-186B-C9FD-A72B-BF83A0005B2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9337" y="980816"/>
              <a:ext cx="4117381" cy="3088036"/>
            </a:xfrm>
            <a:prstGeom prst="rect">
              <a:avLst/>
            </a:prstGeom>
          </p:spPr>
        </p:pic>
        <p:pic>
          <p:nvPicPr>
            <p:cNvPr id="22" name="Picture 21">
              <a:extLst>
                <a:ext uri="{FF2B5EF4-FFF2-40B4-BE49-F238E27FC236}">
                  <a16:creationId xmlns:a16="http://schemas.microsoft.com/office/drawing/2014/main" id="{EE4785DC-18DA-4EC8-FABE-54967536E8C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947510" y="980816"/>
              <a:ext cx="4141736" cy="3106303"/>
            </a:xfrm>
            <a:prstGeom prst="rect">
              <a:avLst/>
            </a:prstGeom>
          </p:spPr>
        </p:pic>
        <p:pic>
          <p:nvPicPr>
            <p:cNvPr id="23" name="Picture 22">
              <a:extLst>
                <a:ext uri="{FF2B5EF4-FFF2-40B4-BE49-F238E27FC236}">
                  <a16:creationId xmlns:a16="http://schemas.microsoft.com/office/drawing/2014/main" id="{81DB8EE6-95FC-CCA3-DFD3-50F98A51878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835943" y="990796"/>
              <a:ext cx="4141736" cy="3106303"/>
            </a:xfrm>
            <a:prstGeom prst="rect">
              <a:avLst/>
            </a:prstGeom>
          </p:spPr>
        </p:pic>
      </p:grpSp>
      <p:sp>
        <p:nvSpPr>
          <p:cNvPr id="2" name="TextBox 1">
            <a:extLst>
              <a:ext uri="{FF2B5EF4-FFF2-40B4-BE49-F238E27FC236}">
                <a16:creationId xmlns:a16="http://schemas.microsoft.com/office/drawing/2014/main" id="{E20BBFCA-0EC0-2008-980C-748731416E9B}"/>
              </a:ext>
            </a:extLst>
          </p:cNvPr>
          <p:cNvSpPr txBox="1"/>
          <p:nvPr/>
        </p:nvSpPr>
        <p:spPr>
          <a:xfrm>
            <a:off x="1024218" y="5179318"/>
            <a:ext cx="9910293" cy="646331"/>
          </a:xfrm>
          <a:prstGeom prst="rect">
            <a:avLst/>
          </a:prstGeom>
          <a:noFill/>
        </p:spPr>
        <p:txBody>
          <a:bodyPr wrap="square" rtlCol="0">
            <a:spAutoFit/>
          </a:bodyPr>
          <a:lstStyle/>
          <a:p>
            <a:pPr algn="just"/>
            <a:r>
              <a:rPr lang="en-US" dirty="0"/>
              <a:t>Here no higher energy amplitude of frequencies matches with any of the harmonics of rolling element spin frequency. Hence no damage occurred in all the three signals.</a:t>
            </a:r>
          </a:p>
        </p:txBody>
      </p:sp>
    </p:spTree>
    <p:extLst>
      <p:ext uri="{BB962C8B-B14F-4D97-AF65-F5344CB8AC3E}">
        <p14:creationId xmlns:p14="http://schemas.microsoft.com/office/powerpoint/2010/main" val="3266042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2BC09-F34D-C623-FA2B-FD386996D70B}"/>
            </a:ext>
          </a:extLst>
        </p:cNvPr>
        <p:cNvGrpSpPr/>
        <p:nvPr/>
      </p:nvGrpSpPr>
      <p:grpSpPr>
        <a:xfrm>
          <a:off x="0" y="0"/>
          <a:ext cx="0" cy="0"/>
          <a:chOff x="0" y="0"/>
          <a:chExt cx="0" cy="0"/>
        </a:xfrm>
      </p:grpSpPr>
      <p:sp>
        <p:nvSpPr>
          <p:cNvPr id="36" name="Titel 35">
            <a:extLst>
              <a:ext uri="{FF2B5EF4-FFF2-40B4-BE49-F238E27FC236}">
                <a16:creationId xmlns:a16="http://schemas.microsoft.com/office/drawing/2014/main" id="{A8EBB76F-69D5-445F-9F6C-43ED836C8F3D}"/>
              </a:ext>
            </a:extLst>
          </p:cNvPr>
          <p:cNvSpPr>
            <a:spLocks noGrp="1"/>
          </p:cNvSpPr>
          <p:nvPr>
            <p:ph type="title"/>
          </p:nvPr>
        </p:nvSpPr>
        <p:spPr>
          <a:xfrm>
            <a:off x="435365" y="404664"/>
            <a:ext cx="11088000" cy="864000"/>
          </a:xfrm>
        </p:spPr>
        <p:txBody>
          <a:bodyPr/>
          <a:lstStyle/>
          <a:p>
            <a:pPr algn="ctr"/>
            <a:r>
              <a:rPr lang="de-DE" u="sng" dirty="0"/>
              <a:t>Comparing Envelope PSD spectrum with Harmonics of Damage frequency:</a:t>
            </a:r>
            <a:br>
              <a:rPr lang="de-DE" u="sng" dirty="0"/>
            </a:br>
            <a:r>
              <a:rPr lang="de-DE" b="0" dirty="0">
                <a:latin typeface="+mn-lt"/>
              </a:rPr>
              <a:t>Rollover frequency of a rolling element irregularity on both tracks</a:t>
            </a:r>
          </a:p>
        </p:txBody>
      </p:sp>
      <p:sp>
        <p:nvSpPr>
          <p:cNvPr id="3" name="Datumsplatzhalter 2">
            <a:extLst>
              <a:ext uri="{FF2B5EF4-FFF2-40B4-BE49-F238E27FC236}">
                <a16:creationId xmlns:a16="http://schemas.microsoft.com/office/drawing/2014/main" id="{43EEC2D4-618E-F2B8-0C33-13892A3DBDF9}"/>
              </a:ext>
            </a:extLst>
          </p:cNvPr>
          <p:cNvSpPr>
            <a:spLocks noGrp="1"/>
          </p:cNvSpPr>
          <p:nvPr>
            <p:ph type="dt" sz="half" idx="10"/>
          </p:nvPr>
        </p:nvSpPr>
        <p:spPr/>
        <p:txBody>
          <a:bodyPr/>
          <a:lstStyle/>
          <a:p>
            <a:r>
              <a:rPr lang="de-DE" dirty="0"/>
              <a:t>13 March 2024</a:t>
            </a:r>
          </a:p>
        </p:txBody>
      </p:sp>
      <p:sp>
        <p:nvSpPr>
          <p:cNvPr id="4" name="Fußzeilenplatzhalter 3">
            <a:extLst>
              <a:ext uri="{FF2B5EF4-FFF2-40B4-BE49-F238E27FC236}">
                <a16:creationId xmlns:a16="http://schemas.microsoft.com/office/drawing/2014/main" id="{1D3DE11C-2CF7-55C8-B63D-BDED6B661559}"/>
              </a:ext>
            </a:extLst>
          </p:cNvPr>
          <p:cNvSpPr>
            <a:spLocks noGrp="1"/>
          </p:cNvSpPr>
          <p:nvPr>
            <p:ph type="ftr" sz="quarter" idx="11"/>
          </p:nvPr>
        </p:nvSpPr>
        <p:spPr/>
        <p:txBody>
          <a:bodyPr/>
          <a:lstStyle/>
          <a:p>
            <a:r>
              <a:rPr lang="de-DE" dirty="0"/>
              <a:t>Damage detection of Bearings – Condition Monitoring (Vibration Based methods)</a:t>
            </a:r>
          </a:p>
        </p:txBody>
      </p:sp>
      <p:sp>
        <p:nvSpPr>
          <p:cNvPr id="5" name="Foliennummernplatzhalter 4">
            <a:extLst>
              <a:ext uri="{FF2B5EF4-FFF2-40B4-BE49-F238E27FC236}">
                <a16:creationId xmlns:a16="http://schemas.microsoft.com/office/drawing/2014/main" id="{F85A7742-532E-7B20-948A-0A68E1A1FE02}"/>
              </a:ext>
            </a:extLst>
          </p:cNvPr>
          <p:cNvSpPr>
            <a:spLocks noGrp="1"/>
          </p:cNvSpPr>
          <p:nvPr>
            <p:ph type="sldNum" sz="quarter" idx="12"/>
          </p:nvPr>
        </p:nvSpPr>
        <p:spPr/>
        <p:txBody>
          <a:bodyPr/>
          <a:lstStyle/>
          <a:p>
            <a:fld id="{2155E1C8-C15B-4C47-AD9F-B8F50D129449}" type="slidenum">
              <a:rPr lang="de-DE" smtClean="0"/>
              <a:pPr/>
              <a:t>12</a:t>
            </a:fld>
            <a:endParaRPr lang="de-DE"/>
          </a:p>
        </p:txBody>
      </p:sp>
      <p:grpSp>
        <p:nvGrpSpPr>
          <p:cNvPr id="20" name="Group 19">
            <a:extLst>
              <a:ext uri="{FF2B5EF4-FFF2-40B4-BE49-F238E27FC236}">
                <a16:creationId xmlns:a16="http://schemas.microsoft.com/office/drawing/2014/main" id="{63A35557-5F5B-A7A0-272C-BC820081BEF0}"/>
              </a:ext>
            </a:extLst>
          </p:cNvPr>
          <p:cNvGrpSpPr/>
          <p:nvPr/>
        </p:nvGrpSpPr>
        <p:grpSpPr>
          <a:xfrm>
            <a:off x="119336" y="1700808"/>
            <a:ext cx="11782502" cy="3096352"/>
            <a:chOff x="119337" y="980816"/>
            <a:chExt cx="11858342" cy="3116283"/>
          </a:xfrm>
        </p:grpSpPr>
        <p:pic>
          <p:nvPicPr>
            <p:cNvPr id="21" name="Picture 20">
              <a:extLst>
                <a:ext uri="{FF2B5EF4-FFF2-40B4-BE49-F238E27FC236}">
                  <a16:creationId xmlns:a16="http://schemas.microsoft.com/office/drawing/2014/main" id="{A488CB60-3FE2-77BA-E0F5-138BCE17B24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9337" y="980816"/>
              <a:ext cx="4117381" cy="3088036"/>
            </a:xfrm>
            <a:prstGeom prst="rect">
              <a:avLst/>
            </a:prstGeom>
          </p:spPr>
        </p:pic>
        <p:pic>
          <p:nvPicPr>
            <p:cNvPr id="22" name="Picture 21">
              <a:extLst>
                <a:ext uri="{FF2B5EF4-FFF2-40B4-BE49-F238E27FC236}">
                  <a16:creationId xmlns:a16="http://schemas.microsoft.com/office/drawing/2014/main" id="{52F9FCB8-7B56-160A-8E50-D26F255E847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947510" y="980816"/>
              <a:ext cx="4141736" cy="3106303"/>
            </a:xfrm>
            <a:prstGeom prst="rect">
              <a:avLst/>
            </a:prstGeom>
          </p:spPr>
        </p:pic>
        <p:pic>
          <p:nvPicPr>
            <p:cNvPr id="23" name="Picture 22">
              <a:extLst>
                <a:ext uri="{FF2B5EF4-FFF2-40B4-BE49-F238E27FC236}">
                  <a16:creationId xmlns:a16="http://schemas.microsoft.com/office/drawing/2014/main" id="{D9F725C5-38D5-08B8-B655-8887A180F60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835943" y="990796"/>
              <a:ext cx="4141736" cy="3106303"/>
            </a:xfrm>
            <a:prstGeom prst="rect">
              <a:avLst/>
            </a:prstGeom>
          </p:spPr>
        </p:pic>
      </p:grpSp>
      <p:sp>
        <p:nvSpPr>
          <p:cNvPr id="2" name="TextBox 1">
            <a:extLst>
              <a:ext uri="{FF2B5EF4-FFF2-40B4-BE49-F238E27FC236}">
                <a16:creationId xmlns:a16="http://schemas.microsoft.com/office/drawing/2014/main" id="{24294AC6-1697-8148-9D00-D648B9F05B08}"/>
              </a:ext>
            </a:extLst>
          </p:cNvPr>
          <p:cNvSpPr txBox="1"/>
          <p:nvPr/>
        </p:nvSpPr>
        <p:spPr>
          <a:xfrm>
            <a:off x="1024218" y="5134370"/>
            <a:ext cx="9910293" cy="646331"/>
          </a:xfrm>
          <a:prstGeom prst="rect">
            <a:avLst/>
          </a:prstGeom>
          <a:noFill/>
        </p:spPr>
        <p:txBody>
          <a:bodyPr wrap="square" rtlCol="0">
            <a:spAutoFit/>
          </a:bodyPr>
          <a:lstStyle/>
          <a:p>
            <a:pPr algn="just"/>
            <a:r>
              <a:rPr lang="en-US" dirty="0"/>
              <a:t>Here no higher energy amplitude of frequencies matches with any of the harmonics of roll over frequency of a rolling element irregularities. Hence no damage occurred in all the three signals.</a:t>
            </a:r>
          </a:p>
        </p:txBody>
      </p:sp>
    </p:spTree>
    <p:extLst>
      <p:ext uri="{BB962C8B-B14F-4D97-AF65-F5344CB8AC3E}">
        <p14:creationId xmlns:p14="http://schemas.microsoft.com/office/powerpoint/2010/main" val="2260847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7EC2DAFD-AB12-4524-8959-35BFAE3BF229}"/>
              </a:ext>
            </a:extLst>
          </p:cNvPr>
          <p:cNvSpPr>
            <a:spLocks noGrp="1"/>
          </p:cNvSpPr>
          <p:nvPr>
            <p:ph idx="1"/>
          </p:nvPr>
        </p:nvSpPr>
        <p:spPr/>
        <p:txBody>
          <a:bodyPr/>
          <a:lstStyle/>
          <a:p>
            <a:pPr algn="ctr"/>
            <a:endParaRPr lang="de-DE" sz="4800" dirty="0"/>
          </a:p>
          <a:p>
            <a:pPr algn="ctr"/>
            <a:r>
              <a:rPr lang="de-DE" sz="4800" dirty="0"/>
              <a:t>Vielen Danke.....</a:t>
            </a:r>
          </a:p>
        </p:txBody>
      </p:sp>
      <p:sp>
        <p:nvSpPr>
          <p:cNvPr id="6" name="Foliennummernplatzhalter 5">
            <a:extLst>
              <a:ext uri="{FF2B5EF4-FFF2-40B4-BE49-F238E27FC236}">
                <a16:creationId xmlns:a16="http://schemas.microsoft.com/office/drawing/2014/main" id="{94CEDA2E-7AB9-45A0-9CE0-B06B3F78E6E6}"/>
              </a:ext>
            </a:extLst>
          </p:cNvPr>
          <p:cNvSpPr>
            <a:spLocks noGrp="1"/>
          </p:cNvSpPr>
          <p:nvPr>
            <p:ph type="sldNum" sz="quarter" idx="12"/>
          </p:nvPr>
        </p:nvSpPr>
        <p:spPr/>
        <p:txBody>
          <a:bodyPr/>
          <a:lstStyle/>
          <a:p>
            <a:fld id="{2155E1C8-C15B-4C47-AD9F-B8F50D129449}" type="slidenum">
              <a:rPr lang="de-DE" smtClean="0"/>
              <a:pPr/>
              <a:t>13</a:t>
            </a:fld>
            <a:endParaRPr lang="de-DE"/>
          </a:p>
        </p:txBody>
      </p:sp>
      <p:sp>
        <p:nvSpPr>
          <p:cNvPr id="9" name="Datumsplatzhalter 2">
            <a:extLst>
              <a:ext uri="{FF2B5EF4-FFF2-40B4-BE49-F238E27FC236}">
                <a16:creationId xmlns:a16="http://schemas.microsoft.com/office/drawing/2014/main" id="{79DE220B-9A2A-49B9-E0F9-69D89DB4EC86}"/>
              </a:ext>
            </a:extLst>
          </p:cNvPr>
          <p:cNvSpPr>
            <a:spLocks noGrp="1"/>
          </p:cNvSpPr>
          <p:nvPr>
            <p:ph type="dt" sz="half" idx="10"/>
          </p:nvPr>
        </p:nvSpPr>
        <p:spPr>
          <a:xfrm>
            <a:off x="9840416" y="6453352"/>
            <a:ext cx="1512000" cy="144000"/>
          </a:xfrm>
        </p:spPr>
        <p:txBody>
          <a:bodyPr/>
          <a:lstStyle/>
          <a:p>
            <a:r>
              <a:rPr lang="de-DE" dirty="0"/>
              <a:t>13 March 2024</a:t>
            </a:r>
          </a:p>
        </p:txBody>
      </p:sp>
      <p:sp>
        <p:nvSpPr>
          <p:cNvPr id="10" name="Fußzeilenplatzhalter 3">
            <a:extLst>
              <a:ext uri="{FF2B5EF4-FFF2-40B4-BE49-F238E27FC236}">
                <a16:creationId xmlns:a16="http://schemas.microsoft.com/office/drawing/2014/main" id="{856FCB05-984E-243B-801C-A47529568B38}"/>
              </a:ext>
            </a:extLst>
          </p:cNvPr>
          <p:cNvSpPr>
            <a:spLocks noGrp="1"/>
          </p:cNvSpPr>
          <p:nvPr>
            <p:ph type="ftr" sz="quarter" idx="11"/>
          </p:nvPr>
        </p:nvSpPr>
        <p:spPr>
          <a:xfrm>
            <a:off x="5375920" y="6453336"/>
            <a:ext cx="4320000" cy="144000"/>
          </a:xfrm>
        </p:spPr>
        <p:txBody>
          <a:bodyPr/>
          <a:lstStyle/>
          <a:p>
            <a:r>
              <a:rPr lang="de-DE" dirty="0"/>
              <a:t>Damage detection of Bearings – Condition Monitoring (Vibration Based methods)</a:t>
            </a:r>
          </a:p>
        </p:txBody>
      </p:sp>
    </p:spTree>
    <p:extLst>
      <p:ext uri="{BB962C8B-B14F-4D97-AF65-F5344CB8AC3E}">
        <p14:creationId xmlns:p14="http://schemas.microsoft.com/office/powerpoint/2010/main" val="2756182861"/>
      </p:ext>
    </p:extLst>
  </p:cSld>
  <p:clrMapOvr>
    <a:masterClrMapping/>
  </p:clrMapOvr>
</p:sld>
</file>

<file path=ppt/theme/theme1.xml><?xml version="1.0" encoding="utf-8"?>
<a:theme xmlns:a="http://schemas.openxmlformats.org/drawingml/2006/main" name="Office">
  <a:themeElements>
    <a:clrScheme name="Fakultät_IV">
      <a:dk1>
        <a:srgbClr val="00385F"/>
      </a:dk1>
      <a:lt1>
        <a:srgbClr val="FFFFFF"/>
      </a:lt1>
      <a:dk2>
        <a:srgbClr val="FFFFFF"/>
      </a:dk2>
      <a:lt2>
        <a:srgbClr val="E7E6E6"/>
      </a:lt2>
      <a:accent1>
        <a:srgbClr val="00385F"/>
      </a:accent1>
      <a:accent2>
        <a:srgbClr val="5F5B93"/>
      </a:accent2>
      <a:accent3>
        <a:srgbClr val="A78EC2"/>
      </a:accent3>
      <a:accent4>
        <a:srgbClr val="657280"/>
      </a:accent4>
      <a:accent5>
        <a:srgbClr val="5F5B93"/>
      </a:accent5>
      <a:accent6>
        <a:srgbClr val="657280"/>
      </a:accent6>
      <a:hlink>
        <a:srgbClr val="000000"/>
      </a:hlink>
      <a:folHlink>
        <a:srgbClr val="000000"/>
      </a:folHlink>
    </a:clrScheme>
    <a:fontScheme name="UNIS - Fonts - Calibri">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s_16x9_002-000-002.potx" id="{DBB2CE38-7E84-4B6D-8FDA-A0BF717DDC6A}" vid="{C99ECCFC-BE6B-47A7-AA96-A95A4C7C866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Template>
  <TotalTime>239</TotalTime>
  <Words>826</Words>
  <Application>Microsoft Office PowerPoint</Application>
  <PresentationFormat>Widescreen</PresentationFormat>
  <Paragraphs>136</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vt:lpstr>
      <vt:lpstr>Damage Detection of Bearings</vt:lpstr>
      <vt:lpstr>Project objective and Steps involved:</vt:lpstr>
      <vt:lpstr>Statistical Feature Analysis in Time domain:</vt:lpstr>
      <vt:lpstr>Statistical Feature Analysis in Time domain:</vt:lpstr>
      <vt:lpstr>Statistical Feature Analysis in Time domain:</vt:lpstr>
      <vt:lpstr>Frequency Domain – Amplitude spectrum and Welch spectrum:</vt:lpstr>
      <vt:lpstr>Comparing Envelope PSD spectrum with Harmonics of Damage frequency: Cage rotational frequency with outer ring fixed</vt:lpstr>
      <vt:lpstr>Comparing Envelope PSD spectrum with Harmonics of Damage frequency: Cage rotational frequency with inner ring fixed</vt:lpstr>
      <vt:lpstr>Comparing Envelope PSD spectrum with Harmonics of Damage frequency: Rollover frequency of an irregularity on the outer ring</vt:lpstr>
      <vt:lpstr>Comparing Envelope PSD spectrum with Harmonics of Damage frequency: Rollover frequency of an irregularity on the inner ring</vt:lpstr>
      <vt:lpstr>Comparing Envelope PSD spectrum with Harmonics of Damage frequency: Rolling element spin frequency</vt:lpstr>
      <vt:lpstr>Comparing Envelope PSD spectrum with Harmonics of Damage frequency: Rollover frequency of a rolling element irregularity on both tracks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Hier steht eine  Überschrift lorem</dc:title>
  <dc:creator>Sarah Kühn</dc:creator>
  <dc:description>PowerPoint Vorlage Offive 2019 | Format: 16:9 - quer</dc:description>
  <cp:lastModifiedBy>Guru Prasaath Pushparaj</cp:lastModifiedBy>
  <cp:revision>32</cp:revision>
  <dcterms:created xsi:type="dcterms:W3CDTF">2020-11-06T15:07:01Z</dcterms:created>
  <dcterms:modified xsi:type="dcterms:W3CDTF">2024-03-05T12:07:26Z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1.1.0</vt:lpwstr>
  </property>
  <property fmtid="{D5CDD505-2E9C-101B-9397-08002B2CF9AE}" pid="3" name="Build">
    <vt:lpwstr>002-000-002</vt:lpwstr>
  </property>
  <property fmtid="{D5CDD505-2E9C-101B-9397-08002B2CF9AE}" pid="4" name="Erstellt von">
    <vt:lpwstr>morfeld-softwareentwicklung</vt:lpwstr>
  </property>
  <property fmtid="{D5CDD505-2E9C-101B-9397-08002B2CF9AE}" pid="5" name="Autor">
    <vt:lpwstr>clemens morfeld</vt:lpwstr>
  </property>
  <property fmtid="{D5CDD505-2E9C-101B-9397-08002B2CF9AE}" pid="6" name="Erstellt am">
    <vt:lpwstr>29.10.2020</vt:lpwstr>
  </property>
  <property fmtid="{D5CDD505-2E9C-101B-9397-08002B2CF9AE}" pid="7" name="Stand">
    <vt:lpwstr>29.10.2020</vt:lpwstr>
  </property>
</Properties>
</file>